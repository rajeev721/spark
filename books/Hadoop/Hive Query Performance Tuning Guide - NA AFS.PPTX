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ags/tag16.xml" ContentType="application/vnd.openxmlformats-officedocument.presentationml.tags+xml"/>
  <Override PartName="/ppt/tags/tag17.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4975" r:id="rId5"/>
  </p:sldMasterIdLst>
  <p:notesMasterIdLst>
    <p:notesMasterId r:id="rId15"/>
  </p:notesMasterIdLst>
  <p:handoutMasterIdLst>
    <p:handoutMasterId r:id="rId16"/>
  </p:handoutMasterIdLst>
  <p:sldIdLst>
    <p:sldId id="1373" r:id="rId6"/>
    <p:sldId id="1394" r:id="rId7"/>
    <p:sldId id="1393" r:id="rId8"/>
    <p:sldId id="1384" r:id="rId9"/>
    <p:sldId id="1385" r:id="rId10"/>
    <p:sldId id="1386" r:id="rId11"/>
    <p:sldId id="1388" r:id="rId12"/>
    <p:sldId id="1387" r:id="rId13"/>
    <p:sldId id="1392" r:id="rId14"/>
  </p:sldIdLst>
  <p:sldSz cx="9144000" cy="5143500" type="screen16x9"/>
  <p:notesSz cx="6858000" cy="9144000"/>
  <p:custDataLst>
    <p:tags r:id="rId17"/>
  </p:custDataLst>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079" algn="l" rtl="0" fontAlgn="base">
      <a:spcBef>
        <a:spcPct val="0"/>
      </a:spcBef>
      <a:spcAft>
        <a:spcPct val="0"/>
      </a:spcAft>
      <a:defRPr kern="1200">
        <a:solidFill>
          <a:schemeClr val="tx1"/>
        </a:solidFill>
        <a:latin typeface="Arial" charset="0"/>
        <a:ea typeface="+mn-ea"/>
        <a:cs typeface="Arial" charset="0"/>
      </a:defRPr>
    </a:lvl2pPr>
    <a:lvl3pPr marL="914166" algn="l" rtl="0" fontAlgn="base">
      <a:spcBef>
        <a:spcPct val="0"/>
      </a:spcBef>
      <a:spcAft>
        <a:spcPct val="0"/>
      </a:spcAft>
      <a:defRPr kern="1200">
        <a:solidFill>
          <a:schemeClr val="tx1"/>
        </a:solidFill>
        <a:latin typeface="Arial" charset="0"/>
        <a:ea typeface="+mn-ea"/>
        <a:cs typeface="Arial" charset="0"/>
      </a:defRPr>
    </a:lvl3pPr>
    <a:lvl4pPr marL="1371247" algn="l" rtl="0" fontAlgn="base">
      <a:spcBef>
        <a:spcPct val="0"/>
      </a:spcBef>
      <a:spcAft>
        <a:spcPct val="0"/>
      </a:spcAft>
      <a:defRPr kern="1200">
        <a:solidFill>
          <a:schemeClr val="tx1"/>
        </a:solidFill>
        <a:latin typeface="Arial" charset="0"/>
        <a:ea typeface="+mn-ea"/>
        <a:cs typeface="Arial" charset="0"/>
      </a:defRPr>
    </a:lvl4pPr>
    <a:lvl5pPr marL="1828331" algn="l" rtl="0" fontAlgn="base">
      <a:spcBef>
        <a:spcPct val="0"/>
      </a:spcBef>
      <a:spcAft>
        <a:spcPct val="0"/>
      </a:spcAft>
      <a:defRPr kern="1200">
        <a:solidFill>
          <a:schemeClr val="tx1"/>
        </a:solidFill>
        <a:latin typeface="Arial" charset="0"/>
        <a:ea typeface="+mn-ea"/>
        <a:cs typeface="Arial" charset="0"/>
      </a:defRPr>
    </a:lvl5pPr>
    <a:lvl6pPr marL="2285410" algn="l" defTabSz="914166" rtl="0" eaLnBrk="1" latinLnBrk="0" hangingPunct="1">
      <a:defRPr kern="1200">
        <a:solidFill>
          <a:schemeClr val="tx1"/>
        </a:solidFill>
        <a:latin typeface="Arial" charset="0"/>
        <a:ea typeface="+mn-ea"/>
        <a:cs typeface="Arial" charset="0"/>
      </a:defRPr>
    </a:lvl6pPr>
    <a:lvl7pPr marL="2742491" algn="l" defTabSz="914166" rtl="0" eaLnBrk="1" latinLnBrk="0" hangingPunct="1">
      <a:defRPr kern="1200">
        <a:solidFill>
          <a:schemeClr val="tx1"/>
        </a:solidFill>
        <a:latin typeface="Arial" charset="0"/>
        <a:ea typeface="+mn-ea"/>
        <a:cs typeface="Arial" charset="0"/>
      </a:defRPr>
    </a:lvl7pPr>
    <a:lvl8pPr marL="3199573" algn="l" defTabSz="914166" rtl="0" eaLnBrk="1" latinLnBrk="0" hangingPunct="1">
      <a:defRPr kern="1200">
        <a:solidFill>
          <a:schemeClr val="tx1"/>
        </a:solidFill>
        <a:latin typeface="Arial" charset="0"/>
        <a:ea typeface="+mn-ea"/>
        <a:cs typeface="Arial" charset="0"/>
      </a:defRPr>
    </a:lvl8pPr>
    <a:lvl9pPr marL="3656656" algn="l" defTabSz="914166"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685" userDrawn="1">
          <p15:clr>
            <a:srgbClr val="A4A3A4"/>
          </p15:clr>
        </p15:guide>
        <p15:guide id="2" orient="horz" pos="923" userDrawn="1">
          <p15:clr>
            <a:srgbClr val="A4A3A4"/>
          </p15:clr>
        </p15:guide>
        <p15:guide id="3" orient="horz" pos="3168" userDrawn="1">
          <p15:clr>
            <a:srgbClr val="A4A3A4"/>
          </p15:clr>
        </p15:guide>
        <p15:guide id="4" orient="horz" pos="497" userDrawn="1">
          <p15:clr>
            <a:srgbClr val="A4A3A4"/>
          </p15:clr>
        </p15:guide>
        <p15:guide id="5" orient="horz" pos="804" userDrawn="1">
          <p15:clr>
            <a:srgbClr val="A4A3A4"/>
          </p15:clr>
        </p15:guide>
        <p15:guide id="6" orient="horz" pos="357" userDrawn="1">
          <p15:clr>
            <a:srgbClr val="A4A3A4"/>
          </p15:clr>
        </p15:guide>
        <p15:guide id="7" orient="horz" pos="3036" userDrawn="1">
          <p15:clr>
            <a:srgbClr val="A4A3A4"/>
          </p15:clr>
        </p15:guide>
        <p15:guide id="8" pos="2880" userDrawn="1">
          <p15:clr>
            <a:srgbClr val="A4A3A4"/>
          </p15:clr>
        </p15:guide>
        <p15:guide id="9" pos="295" userDrawn="1">
          <p15:clr>
            <a:srgbClr val="A4A3A4"/>
          </p15:clr>
        </p15:guide>
        <p15:guide id="10" pos="5448" userDrawn="1">
          <p15:clr>
            <a:srgbClr val="A4A3A4"/>
          </p15:clr>
        </p15:guide>
        <p15:guide id="11" userDrawn="1">
          <p15:clr>
            <a:srgbClr val="A4A3A4"/>
          </p15:clr>
        </p15:guide>
        <p15:guide id="12" pos="1655" userDrawn="1">
          <p15:clr>
            <a:srgbClr val="A4A3A4"/>
          </p15:clr>
        </p15:guide>
        <p15:guide id="13" pos="3107" userDrawn="1">
          <p15:clr>
            <a:srgbClr val="A4A3A4"/>
          </p15:clr>
        </p15:guide>
        <p15:guide id="14" orient="horz" pos="2480">
          <p15:clr>
            <a:srgbClr val="A4A3A4"/>
          </p15:clr>
        </p15:guide>
        <p15:guide id="15" orient="horz" pos="1510">
          <p15:clr>
            <a:srgbClr val="A4A3A4"/>
          </p15:clr>
        </p15:guide>
        <p15:guide id="16" orient="horz" pos="2282">
          <p15:clr>
            <a:srgbClr val="A4A3A4"/>
          </p15:clr>
        </p15:guide>
        <p15:guide id="17" pos="4255">
          <p15:clr>
            <a:srgbClr val="A4A3A4"/>
          </p15:clr>
        </p15:guide>
        <p15:guide id="18" pos="255">
          <p15:clr>
            <a:srgbClr val="A4A3A4"/>
          </p15:clr>
        </p15:guide>
        <p15:guide id="19" orient="horz" pos="2351">
          <p15:clr>
            <a:srgbClr val="A4A3A4"/>
          </p15:clr>
        </p15:guide>
        <p15:guide id="20" orient="horz" pos="2621">
          <p15:clr>
            <a:srgbClr val="A4A3A4"/>
          </p15:clr>
        </p15:guide>
        <p15:guide id="21" pos="4374">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003344"/>
    <a:srgbClr val="C4D2E7"/>
    <a:srgbClr val="0DA0D3"/>
    <a:srgbClr val="FFB500"/>
    <a:srgbClr val="0092C4"/>
    <a:srgbClr val="1D9B87"/>
    <a:srgbClr val="6688BC"/>
    <a:srgbClr val="3660B4"/>
    <a:srgbClr val="2288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ittlere Formatvorlage 2 - Akz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ittlere Formatvorlage 2 - Akz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Mittlere Formatvorlag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ittlere Formatvorlage 3 - Akz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074" autoAdjust="0"/>
    <p:restoredTop sz="95624" autoAdjust="0"/>
  </p:normalViewPr>
  <p:slideViewPr>
    <p:cSldViewPr snapToGrid="0" snapToObjects="1" showGuides="1">
      <p:cViewPr varScale="1">
        <p:scale>
          <a:sx n="96" d="100"/>
          <a:sy n="96" d="100"/>
        </p:scale>
        <p:origin x="858" y="72"/>
      </p:cViewPr>
      <p:guideLst>
        <p:guide orient="horz" pos="685"/>
        <p:guide orient="horz" pos="923"/>
        <p:guide orient="horz" pos="3168"/>
        <p:guide orient="horz" pos="497"/>
        <p:guide orient="horz" pos="804"/>
        <p:guide orient="horz" pos="357"/>
        <p:guide orient="horz" pos="3036"/>
        <p:guide pos="2880"/>
        <p:guide pos="295"/>
        <p:guide pos="5448"/>
        <p:guide/>
        <p:guide pos="1655"/>
        <p:guide pos="3107"/>
        <p:guide orient="horz" pos="2480"/>
        <p:guide orient="horz" pos="1510"/>
        <p:guide orient="horz" pos="2282"/>
        <p:guide pos="4255"/>
        <p:guide pos="255"/>
        <p:guide orient="horz" pos="2351"/>
        <p:guide orient="horz" pos="2621"/>
        <p:guide pos="4374"/>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50" d="100"/>
        <a:sy n="50" d="100"/>
      </p:scale>
      <p:origin x="0" y="0"/>
    </p:cViewPr>
  </p:sorterViewPr>
  <p:notesViewPr>
    <p:cSldViewPr snapToGrid="0" snapToObjects="1" showGuides="1">
      <p:cViewPr varScale="1">
        <p:scale>
          <a:sx n="84" d="100"/>
          <a:sy n="84" d="100"/>
        </p:scale>
        <p:origin x="-188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ags" Target="tags/tag1.xml"/><Relationship Id="rId2" Type="http://schemas.openxmlformats.org/officeDocument/2006/relationships/customXml" Target="../customXml/item2.xml"/><Relationship Id="rId16" Type="http://schemas.openxmlformats.org/officeDocument/2006/relationships/handoutMaster" Target="handoutMasters/handout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notesMaster" Target="notesMasters/notesMaster1.xml"/><Relationship Id="rId10" Type="http://schemas.openxmlformats.org/officeDocument/2006/relationships/slide" Target="slides/slide5.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5.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29731B9-D2D4-4D43-8CBF-D0184DDEB7D7}" type="datetimeFigureOut">
              <a:rPr lang="en-AU" smtClean="0"/>
              <a:pPr/>
              <a:t>6/07/2017</a:t>
            </a:fld>
            <a:endParaRPr lang="en-AU"/>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C2A0147-0BBB-4754-93D4-F4A2B787A1C7}" type="slidenum">
              <a:rPr lang="en-AU" smtClean="0"/>
              <a:pPr/>
              <a:t>‹#›</a:t>
            </a:fld>
            <a:endParaRPr lang="en-AU"/>
          </a:p>
        </p:txBody>
      </p:sp>
    </p:spTree>
    <p:extLst>
      <p:ext uri="{BB962C8B-B14F-4D97-AF65-F5344CB8AC3E}">
        <p14:creationId xmlns:p14="http://schemas.microsoft.com/office/powerpoint/2010/main" val="38551956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685800" y="0"/>
            <a:ext cx="22860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de-DE" dirty="0"/>
          </a:p>
        </p:txBody>
      </p:sp>
      <p:sp>
        <p:nvSpPr>
          <p:cNvPr id="3" name="Datumsplatzhalter 2"/>
          <p:cNvSpPr>
            <a:spLocks noGrp="1"/>
          </p:cNvSpPr>
          <p:nvPr>
            <p:ph type="dt" idx="1"/>
          </p:nvPr>
        </p:nvSpPr>
        <p:spPr>
          <a:xfrm>
            <a:off x="3884613" y="0"/>
            <a:ext cx="2287587"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endParaRPr lang="de-DE" dirty="0"/>
          </a:p>
        </p:txBody>
      </p:sp>
      <p:sp>
        <p:nvSpPr>
          <p:cNvPr id="4" name="Folienbildplatzhalter 3"/>
          <p:cNvSpPr>
            <a:spLocks noGrp="1" noRot="1" noChangeAspect="1"/>
          </p:cNvSpPr>
          <p:nvPr>
            <p:ph type="sldImg" idx="2"/>
          </p:nvPr>
        </p:nvSpPr>
        <p:spPr>
          <a:xfrm>
            <a:off x="-239713" y="336550"/>
            <a:ext cx="7337426" cy="4127500"/>
          </a:xfrm>
          <a:prstGeom prst="rect">
            <a:avLst/>
          </a:prstGeom>
          <a:noFill/>
          <a:ln w="12700">
            <a:solidFill>
              <a:prstClr val="black"/>
            </a:solidFill>
          </a:ln>
        </p:spPr>
        <p:txBody>
          <a:bodyPr vert="horz" lIns="91440" tIns="45720" rIns="91440" bIns="45720" rtlCol="0" anchor="ctr"/>
          <a:lstStyle/>
          <a:p>
            <a:pPr lvl="0"/>
            <a:endParaRPr lang="de-DE" noProof="0" dirty="0"/>
          </a:p>
        </p:txBody>
      </p:sp>
      <p:sp>
        <p:nvSpPr>
          <p:cNvPr id="5" name="Notizenplatzhalter 4"/>
          <p:cNvSpPr>
            <a:spLocks noGrp="1"/>
          </p:cNvSpPr>
          <p:nvPr>
            <p:ph type="body" sz="quarter" idx="3"/>
          </p:nvPr>
        </p:nvSpPr>
        <p:spPr>
          <a:xfrm>
            <a:off x="685800" y="4572000"/>
            <a:ext cx="5486400" cy="3886200"/>
          </a:xfrm>
          <a:prstGeom prst="rect">
            <a:avLst/>
          </a:prstGeom>
        </p:spPr>
        <p:txBody>
          <a:bodyPr vert="horz" lIns="0" tIns="45720" rIns="0" bIns="45720" rtlCol="0">
            <a:normAutofit/>
          </a:bodyPr>
          <a:lstStyle/>
          <a:p>
            <a:pPr lvl="0"/>
            <a:r>
              <a:rPr lang="de-DE" noProof="0" dirty="0"/>
              <a:t>Textmasterformate durch Klicken bearbeiten</a:t>
            </a:r>
          </a:p>
          <a:p>
            <a:pPr lvl="1"/>
            <a:r>
              <a:rPr lang="de-DE" noProof="0" dirty="0"/>
              <a:t>Zweite Ebene</a:t>
            </a:r>
          </a:p>
          <a:p>
            <a:pPr lvl="2"/>
            <a:r>
              <a:rPr lang="de-DE" noProof="0" dirty="0"/>
              <a:t>Dritte Ebene</a:t>
            </a:r>
          </a:p>
          <a:p>
            <a:pPr lvl="3"/>
            <a:r>
              <a:rPr lang="de-DE" noProof="0" dirty="0"/>
              <a:t>Vierte Ebene</a:t>
            </a:r>
          </a:p>
          <a:p>
            <a:pPr lvl="4"/>
            <a:r>
              <a:rPr lang="de-DE" noProof="0" dirty="0"/>
              <a:t>Fünfte Ebene</a:t>
            </a:r>
          </a:p>
        </p:txBody>
      </p:sp>
      <p:sp>
        <p:nvSpPr>
          <p:cNvPr id="6" name="Fußzeilenplatzhalter 5"/>
          <p:cNvSpPr>
            <a:spLocks noGrp="1"/>
          </p:cNvSpPr>
          <p:nvPr>
            <p:ph type="ftr" sz="quarter" idx="4"/>
          </p:nvPr>
        </p:nvSpPr>
        <p:spPr>
          <a:xfrm>
            <a:off x="685800" y="8685213"/>
            <a:ext cx="2286000" cy="457200"/>
          </a:xfrm>
          <a:prstGeom prst="rect">
            <a:avLst/>
          </a:prstGeom>
        </p:spPr>
        <p:txBody>
          <a:bodyPr vert="horz" lIns="91440" tIns="45720" rIns="91440" bIns="45720" rtlCol="0" anchor="b"/>
          <a:lstStyle>
            <a:lvl1pPr algn="l" fontAlgn="auto">
              <a:spcBef>
                <a:spcPts val="0"/>
              </a:spcBef>
              <a:spcAft>
                <a:spcPts val="0"/>
              </a:spcAft>
              <a:defRPr sz="900">
                <a:latin typeface="Arial" pitchFamily="34" charset="0"/>
                <a:cs typeface="Arial" pitchFamily="34" charset="0"/>
              </a:defRPr>
            </a:lvl1pPr>
          </a:lstStyle>
          <a:p>
            <a:pPr>
              <a:defRPr/>
            </a:pPr>
            <a:endParaRPr lang="de-DE" dirty="0"/>
          </a:p>
        </p:txBody>
      </p:sp>
      <p:sp>
        <p:nvSpPr>
          <p:cNvPr id="7" name="Foliennummernplatzhalter 6"/>
          <p:cNvSpPr>
            <a:spLocks noGrp="1"/>
          </p:cNvSpPr>
          <p:nvPr>
            <p:ph type="sldNum" sz="quarter" idx="5"/>
          </p:nvPr>
        </p:nvSpPr>
        <p:spPr>
          <a:xfrm>
            <a:off x="3200400" y="8685213"/>
            <a:ext cx="2971800" cy="457200"/>
          </a:xfrm>
          <a:prstGeom prst="rect">
            <a:avLst/>
          </a:prstGeom>
        </p:spPr>
        <p:txBody>
          <a:bodyPr vert="horz" lIns="91440" tIns="45720" rIns="91440" bIns="45720" rtlCol="0" anchor="b"/>
          <a:lstStyle>
            <a:lvl1pPr algn="r" fontAlgn="auto">
              <a:spcBef>
                <a:spcPts val="0"/>
              </a:spcBef>
              <a:spcAft>
                <a:spcPts val="0"/>
              </a:spcAft>
              <a:defRPr sz="900">
                <a:latin typeface="Arial" pitchFamily="34" charset="0"/>
                <a:cs typeface="Arial" pitchFamily="34" charset="0"/>
              </a:defRPr>
            </a:lvl1pPr>
          </a:lstStyle>
          <a:p>
            <a:pPr>
              <a:defRPr/>
            </a:pPr>
            <a:fld id="{BA44FAA9-51FA-4F6B-AC6F-9EF5239E7D33}" type="slidenum">
              <a:rPr lang="de-DE" smtClean="0"/>
              <a:pPr>
                <a:defRPr/>
              </a:pPr>
              <a:t>‹#›</a:t>
            </a:fld>
            <a:endParaRPr lang="de-DE" dirty="0"/>
          </a:p>
        </p:txBody>
      </p:sp>
    </p:spTree>
    <p:extLst>
      <p:ext uri="{BB962C8B-B14F-4D97-AF65-F5344CB8AC3E}">
        <p14:creationId xmlns:p14="http://schemas.microsoft.com/office/powerpoint/2010/main" val="24315053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1pPr>
    <a:lvl2pPr marL="457079"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2pPr>
    <a:lvl3pPr marL="914166"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3pPr>
    <a:lvl4pPr marL="1371247"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4pPr>
    <a:lvl5pPr marL="1828331" algn="l" rtl="0" eaLnBrk="0" fontAlgn="base" hangingPunct="0">
      <a:spcBef>
        <a:spcPct val="30000"/>
      </a:spcBef>
      <a:spcAft>
        <a:spcPct val="0"/>
      </a:spcAft>
      <a:defRPr sz="1200" kern="1200">
        <a:solidFill>
          <a:schemeClr val="tx1"/>
        </a:solidFill>
        <a:latin typeface="Arial" pitchFamily="34" charset="0"/>
        <a:ea typeface="+mn-ea"/>
        <a:cs typeface="Arial" pitchFamily="34" charset="0"/>
      </a:defRPr>
    </a:lvl5pPr>
    <a:lvl6pPr marL="2285410" algn="l" defTabSz="914166" rtl="0" eaLnBrk="1" latinLnBrk="0" hangingPunct="1">
      <a:defRPr sz="1200" kern="1200">
        <a:solidFill>
          <a:schemeClr val="tx1"/>
        </a:solidFill>
        <a:latin typeface="+mn-lt"/>
        <a:ea typeface="+mn-ea"/>
        <a:cs typeface="+mn-cs"/>
      </a:defRPr>
    </a:lvl6pPr>
    <a:lvl7pPr marL="2742491" algn="l" defTabSz="914166" rtl="0" eaLnBrk="1" latinLnBrk="0" hangingPunct="1">
      <a:defRPr sz="1200" kern="1200">
        <a:solidFill>
          <a:schemeClr val="tx1"/>
        </a:solidFill>
        <a:latin typeface="+mn-lt"/>
        <a:ea typeface="+mn-ea"/>
        <a:cs typeface="+mn-cs"/>
      </a:defRPr>
    </a:lvl7pPr>
    <a:lvl8pPr marL="3199573" algn="l" defTabSz="914166" rtl="0" eaLnBrk="1" latinLnBrk="0" hangingPunct="1">
      <a:defRPr sz="1200" kern="1200">
        <a:solidFill>
          <a:schemeClr val="tx1"/>
        </a:solidFill>
        <a:latin typeface="+mn-lt"/>
        <a:ea typeface="+mn-ea"/>
        <a:cs typeface="+mn-cs"/>
      </a:defRPr>
    </a:lvl8pPr>
    <a:lvl9pPr marL="3656656" algn="l" defTabSz="91416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9219" name="Notes Placeholder 2"/>
          <p:cNvSpPr>
            <a:spLocks noGrp="1"/>
          </p:cNvSpPr>
          <p:nvPr>
            <p:ph type="body" idx="1"/>
          </p:nvPr>
        </p:nvSpPr>
        <p:spPr bwMode="auto">
          <a:noFill/>
        </p:spPr>
        <p:txBody>
          <a:bodyPr/>
          <a:lstStyle/>
          <a:p>
            <a:endParaRPr lang="en-US" dirty="0"/>
          </a:p>
        </p:txBody>
      </p:sp>
    </p:spTree>
    <p:extLst>
      <p:ext uri="{BB962C8B-B14F-4D97-AF65-F5344CB8AC3E}">
        <p14:creationId xmlns:p14="http://schemas.microsoft.com/office/powerpoint/2010/main" val="9986740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BA44FAA9-51FA-4F6B-AC6F-9EF5239E7D33}" type="slidenum">
              <a:rPr lang="de-DE" smtClean="0"/>
              <a:pPr>
                <a:defRPr/>
              </a:pPr>
              <a:t>3</a:t>
            </a:fld>
            <a:endParaRPr lang="de-DE" dirty="0"/>
          </a:p>
        </p:txBody>
      </p:sp>
    </p:spTree>
    <p:extLst>
      <p:ext uri="{BB962C8B-B14F-4D97-AF65-F5344CB8AC3E}">
        <p14:creationId xmlns:p14="http://schemas.microsoft.com/office/powerpoint/2010/main" val="27971344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BA44FAA9-51FA-4F6B-AC6F-9EF5239E7D33}" type="slidenum">
              <a:rPr lang="de-DE" smtClean="0"/>
              <a:pPr>
                <a:defRPr/>
              </a:pPr>
              <a:t>6</a:t>
            </a:fld>
            <a:endParaRPr lang="de-DE" dirty="0"/>
          </a:p>
        </p:txBody>
      </p:sp>
    </p:spTree>
    <p:extLst>
      <p:ext uri="{BB962C8B-B14F-4D97-AF65-F5344CB8AC3E}">
        <p14:creationId xmlns:p14="http://schemas.microsoft.com/office/powerpoint/2010/main" val="36190527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3.png"/><Relationship Id="rId2" Type="http://schemas.openxmlformats.org/officeDocument/2006/relationships/tags" Target="../tags/tag2.xml"/><Relationship Id="rId1" Type="http://schemas.openxmlformats.org/officeDocument/2006/relationships/vmlDrawing" Target="../drawings/vmlDrawing1.vml"/><Relationship Id="rId6" Type="http://schemas.openxmlformats.org/officeDocument/2006/relationships/image" Target="../media/image2.png"/><Relationship Id="rId5" Type="http://schemas.openxmlformats.org/officeDocument/2006/relationships/oleObject" Target="../embeddings/oleObject1.bin"/><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6.png"/><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oleObject" Target="../embeddings/oleObject2.bin"/><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6.png"/><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oleObject" Target="../embeddings/oleObject3.bin"/></Relationships>
</file>

<file path=ppt/slideLayouts/_rels/slideLayout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Master" Target="../slideMasters/slideMaster1.xml"/><Relationship Id="rId7" Type="http://schemas.openxmlformats.org/officeDocument/2006/relationships/image" Target="../media/image6.png"/><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oleObject" Target="../embeddings/oleObject4.bin"/></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6.png"/><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oleObject" Target="../embeddings/oleObject5.bin"/></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6.png"/><Relationship Id="rId2" Type="http://schemas.openxmlformats.org/officeDocument/2006/relationships/tags" Target="../tags/tag7.xml"/><Relationship Id="rId1" Type="http://schemas.openxmlformats.org/officeDocument/2006/relationships/vmlDrawing" Target="../drawings/vmlDrawing6.v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oleObject" Target="../embeddings/oleObject6.bin"/></Relationships>
</file>

<file path=ppt/slideLayouts/_rels/slideLayout7.xml.rels><?xml version="1.0" encoding="UTF-8" standalone="yes"?>
<Relationships xmlns="http://schemas.openxmlformats.org/package/2006/relationships"><Relationship Id="rId3" Type="http://schemas.openxmlformats.org/officeDocument/2006/relationships/slideMaster" Target="../slideMasters/slideMaster1.xml"/><Relationship Id="rId7" Type="http://schemas.openxmlformats.org/officeDocument/2006/relationships/image" Target="../media/image6.png"/><Relationship Id="rId2" Type="http://schemas.openxmlformats.org/officeDocument/2006/relationships/tags" Target="../tags/tag8.xml"/><Relationship Id="rId1" Type="http://schemas.openxmlformats.org/officeDocument/2006/relationships/vmlDrawing" Target="../drawings/vmlDrawing7.v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oleObject" Target="../embeddings/oleObject7.bin"/></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9.xml"/><Relationship Id="rId1" Type="http://schemas.openxmlformats.org/officeDocument/2006/relationships/vmlDrawing" Target="../drawings/vmlDrawing8.vml"/><Relationship Id="rId4" Type="http://schemas.openxmlformats.org/officeDocument/2006/relationships/oleObject" Target="../embeddings/oleObject8.bin"/></Relationships>
</file>

<file path=ppt/slideLayouts/_rels/slideLayout1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vmlDrawing" Target="../drawings/vmlDrawing9.vml"/><Relationship Id="rId4" Type="http://schemas.openxmlformats.org/officeDocument/2006/relationships/oleObject" Target="../embeddings/oleObject9.bin"/></Relationships>
</file>

<file path=ppt/slideLayouts/_rels/slideLayout1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1.xml"/><Relationship Id="rId1" Type="http://schemas.openxmlformats.org/officeDocument/2006/relationships/vmlDrawing" Target="../drawings/vmlDrawing10.vml"/><Relationship Id="rId4" Type="http://schemas.openxmlformats.org/officeDocument/2006/relationships/oleObject" Target="../embeddings/oleObject10.bin"/></Relationships>
</file>

<file path=ppt/slideLayouts/_rels/slideLayout17.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2.xml"/><Relationship Id="rId1" Type="http://schemas.openxmlformats.org/officeDocument/2006/relationships/vmlDrawing" Target="../drawings/vmlDrawing11.vml"/><Relationship Id="rId4" Type="http://schemas.openxmlformats.org/officeDocument/2006/relationships/oleObject" Target="../embeddings/oleObject11.bin"/></Relationships>
</file>

<file path=ppt/slideLayouts/_rels/slideLayout18.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3.xml"/><Relationship Id="rId1" Type="http://schemas.openxmlformats.org/officeDocument/2006/relationships/vmlDrawing" Target="../drawings/vmlDrawing12.vml"/><Relationship Id="rId4" Type="http://schemas.openxmlformats.org/officeDocument/2006/relationships/oleObject" Target="../embeddings/oleObject12.bin"/></Relationships>
</file>

<file path=ppt/slideLayouts/_rels/slideLayout1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4.xml"/><Relationship Id="rId1" Type="http://schemas.openxmlformats.org/officeDocument/2006/relationships/vmlDrawing" Target="../drawings/vmlDrawing13.vml"/><Relationship Id="rId4" Type="http://schemas.openxmlformats.org/officeDocument/2006/relationships/oleObject" Target="../embeddings/oleObject13.bin"/></Relationships>
</file>

<file path=ppt/slideLayouts/_rels/slideLayout20.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vmlDrawing" Target="../drawings/vmlDrawing14.vml"/><Relationship Id="rId4" Type="http://schemas.openxmlformats.org/officeDocument/2006/relationships/oleObject" Target="../embeddings/oleObject14.bin"/></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vmlDrawing" Target="../drawings/vmlDrawing15.vml"/><Relationship Id="rId5" Type="http://schemas.openxmlformats.org/officeDocument/2006/relationships/oleObject" Target="../embeddings/oleObject15.bin"/><Relationship Id="rId4" Type="http://schemas.openxmlformats.org/officeDocument/2006/relationships/image" Target="../media/image8.jpeg"/></Relationships>
</file>

<file path=ppt/slideLayouts/_rels/slideLayout2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vmlDrawing" Target="../drawings/vmlDrawing16.vml"/><Relationship Id="rId5" Type="http://schemas.openxmlformats.org/officeDocument/2006/relationships/oleObject" Target="../embeddings/oleObject16.bin"/><Relationship Id="rId4" Type="http://schemas.openxmlformats.org/officeDocument/2006/relationships/image" Target="../media/image9.jpe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2.xml"/><Relationship Id="rId4"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_White_Top">
    <p:bg>
      <p:bgPr>
        <a:solidFill>
          <a:schemeClr val="bg1"/>
        </a:solidFill>
        <a:effectLst/>
      </p:bgPr>
    </p:bg>
    <p:spTree>
      <p:nvGrpSpPr>
        <p:cNvPr id="1" name=""/>
        <p:cNvGrpSpPr/>
        <p:nvPr/>
      </p:nvGrpSpPr>
      <p:grpSpPr>
        <a:xfrm>
          <a:off x="0" y="0"/>
          <a:ext cx="0" cy="0"/>
          <a:chOff x="0" y="0"/>
          <a:chExt cx="0" cy="0"/>
        </a:xfrm>
      </p:grpSpPr>
      <p:pic>
        <p:nvPicPr>
          <p:cNvPr id="4" name="Picture 3" descr="Acc_Digital_Strat_Line_BLK_RGB.png"/>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259508" y="4638446"/>
            <a:ext cx="3521355" cy="171450"/>
          </a:xfrm>
          <a:prstGeom prst="rect">
            <a:avLst/>
          </a:prstGeom>
        </p:spPr>
      </p:pic>
      <p:graphicFrame>
        <p:nvGraphicFramePr>
          <p:cNvPr id="44" name="Objekt 43" hidden="1"/>
          <p:cNvGraphicFramePr>
            <a:graphicFrameLocks/>
          </p:cNvGraphicFramePr>
          <p:nvPr>
            <p:custDataLst>
              <p:tags r:id="rId2"/>
            </p:custDataLst>
          </p:nvPr>
        </p:nvGraphicFramePr>
        <p:xfrm>
          <a:off x="1" y="15"/>
          <a:ext cx="158750" cy="119063"/>
        </p:xfrm>
        <a:graphic>
          <a:graphicData uri="http://schemas.openxmlformats.org/presentationml/2006/ole">
            <mc:AlternateContent xmlns:mc="http://schemas.openxmlformats.org/markup-compatibility/2006">
              <mc:Choice xmlns:v="urn:schemas-microsoft-com:vml" Requires="v">
                <p:oleObj spid="_x0000_s2584" name="think-cell Slide" r:id="rId5" imgW="0" imgH="0" progId="">
                  <p:embed/>
                </p:oleObj>
              </mc:Choice>
              <mc:Fallback>
                <p:oleObj name="think-cell Slide" r:id="rId5" imgW="0" imgH="0" progId="">
                  <p:embed/>
                  <p:pic>
                    <p:nvPicPr>
                      <p:cNvPr id="0" name="AutoShape 4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 y="15"/>
                        <a:ext cx="158750"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 name="Picture 3"/>
          <p:cNvPicPr>
            <a:picLocks noChangeAspect="1" noChangeArrowheads="1"/>
          </p:cNvPicPr>
          <p:nvPr userDrawn="1"/>
        </p:nvPicPr>
        <p:blipFill>
          <a:blip r:embed="rId6" cstate="print">
            <a:extLst>
              <a:ext uri="{28A0092B-C50C-407E-A947-70E740481C1C}">
                <a14:useLocalDpi xmlns:a14="http://schemas.microsoft.com/office/drawing/2010/main" val="0"/>
              </a:ext>
            </a:extLst>
          </a:blip>
          <a:stretch>
            <a:fillRect/>
          </a:stretch>
        </p:blipFill>
        <p:spPr bwMode="auto">
          <a:xfrm>
            <a:off x="365572" y="363335"/>
            <a:ext cx="2651336" cy="569214"/>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2" name="Group 11"/>
          <p:cNvGrpSpPr>
            <a:grpSpLocks noChangeAspect="1"/>
          </p:cNvGrpSpPr>
          <p:nvPr userDrawn="1"/>
        </p:nvGrpSpPr>
        <p:grpSpPr>
          <a:xfrm>
            <a:off x="6516190" y="1797808"/>
            <a:ext cx="2312627" cy="1549908"/>
            <a:chOff x="5659332" y="620688"/>
            <a:chExt cx="3074395" cy="2060440"/>
          </a:xfrm>
        </p:grpSpPr>
        <p:sp>
          <p:nvSpPr>
            <p:cNvPr id="13" name="Freeform 8"/>
            <p:cNvSpPr/>
            <p:nvPr userDrawn="1"/>
          </p:nvSpPr>
          <p:spPr>
            <a:xfrm>
              <a:off x="6121920" y="620688"/>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4" name="Picture 10"/>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5659332" y="1453505"/>
              <a:ext cx="3074395" cy="251999"/>
            </a:xfrm>
            <a:prstGeom prst="rect">
              <a:avLst/>
            </a:prstGeom>
          </p:spPr>
        </p:pic>
      </p:grpSp>
      <p:sp>
        <p:nvSpPr>
          <p:cNvPr id="11" name="Text Placeholder 32"/>
          <p:cNvSpPr>
            <a:spLocks noGrp="1"/>
          </p:cNvSpPr>
          <p:nvPr>
            <p:ph type="body" sz="quarter" idx="10" hasCustomPrompt="1"/>
          </p:nvPr>
        </p:nvSpPr>
        <p:spPr>
          <a:xfrm>
            <a:off x="373067" y="2579824"/>
            <a:ext cx="4330863" cy="467562"/>
          </a:xfrm>
          <a:prstGeom prst="rect">
            <a:avLst/>
          </a:prstGeom>
        </p:spPr>
        <p:txBody>
          <a:bodyPr anchor="t" anchorCtr="0"/>
          <a:lstStyle>
            <a:lvl1pPr marL="0" indent="0" algn="l" rtl="0" eaLnBrk="1" fontAlgn="base" hangingPunct="1">
              <a:lnSpc>
                <a:spcPct val="100000"/>
              </a:lnSpc>
              <a:spcBef>
                <a:spcPct val="0"/>
              </a:spcBef>
              <a:spcAft>
                <a:spcPts val="0"/>
              </a:spcAft>
              <a:buFont typeface="Arial" charset="0"/>
              <a:buNone/>
              <a:defRPr lang="en-US" sz="2000" b="0" kern="1200" spc="0" baseline="0" dirty="0" smtClean="0">
                <a:solidFill>
                  <a:schemeClr val="tx1"/>
                </a:solidFill>
                <a:latin typeface="+mj-lt"/>
                <a:ea typeface="Arial" pitchFamily="-105" charset="-52"/>
                <a:cs typeface="Arial" pitchFamily="34" charset="0"/>
              </a:defRPr>
            </a:lvl1pPr>
            <a:lvl2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000" b="0" kern="1200" spc="0" baseline="0" dirty="0">
                <a:solidFill>
                  <a:schemeClr val="accent1"/>
                </a:solidFill>
                <a:latin typeface="Arial" pitchFamily="34" charset="0"/>
                <a:ea typeface="Arial" pitchFamily="-105" charset="-52"/>
                <a:cs typeface="Arial" pitchFamily="34" charset="0"/>
              </a:defRPr>
            </a:lvl5pPr>
          </a:lstStyle>
          <a:p>
            <a:pPr lvl="0"/>
            <a:r>
              <a:rPr lang="en-US" dirty="0"/>
              <a:t>Click to edit subtitle</a:t>
            </a:r>
          </a:p>
        </p:txBody>
      </p:sp>
      <p:sp>
        <p:nvSpPr>
          <p:cNvPr id="15" name="Title 1"/>
          <p:cNvSpPr>
            <a:spLocks noGrp="1"/>
          </p:cNvSpPr>
          <p:nvPr>
            <p:ph type="ctrTitle" hasCustomPrompt="1"/>
          </p:nvPr>
        </p:nvSpPr>
        <p:spPr>
          <a:xfrm>
            <a:off x="373072" y="1431235"/>
            <a:ext cx="4330865" cy="996950"/>
          </a:xfrm>
          <a:prstGeom prst="rect">
            <a:avLst/>
          </a:prstGeom>
        </p:spPr>
        <p:txBody>
          <a:bodyPr lIns="0" tIns="0" anchor="b" anchorCtr="0">
            <a:noAutofit/>
          </a:bodyPr>
          <a:lstStyle>
            <a:lvl1pPr algn="l">
              <a:lnSpc>
                <a:spcPct val="100000"/>
              </a:lnSpc>
              <a:spcAft>
                <a:spcPts val="0"/>
              </a:spcAft>
              <a:defRPr sz="3600" b="1" spc="0" baseline="0">
                <a:solidFill>
                  <a:schemeClr val="tx1"/>
                </a:solidFill>
                <a:latin typeface="+mj-lt"/>
                <a:cs typeface="Arial" pitchFamily="34" charset="0"/>
              </a:defRPr>
            </a:lvl1pPr>
          </a:lstStyle>
          <a:p>
            <a:r>
              <a:rPr lang="en-US" dirty="0"/>
              <a:t>Click to edit presentation title</a:t>
            </a:r>
            <a:endParaRPr lang="en-GB" dirty="0"/>
          </a:p>
        </p:txBody>
      </p:sp>
    </p:spTree>
    <p:extLst>
      <p:ext uri="{BB962C8B-B14F-4D97-AF65-F5344CB8AC3E}">
        <p14:creationId xmlns:p14="http://schemas.microsoft.com/office/powerpoint/2010/main" val="8650888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3_Title Slide_Sky Blue_Top">
    <p:bg>
      <p:bgPr>
        <a:solidFill>
          <a:srgbClr val="408FCD"/>
        </a:solidFill>
        <a:effectLst/>
      </p:bgPr>
    </p:bg>
    <p:spTree>
      <p:nvGrpSpPr>
        <p:cNvPr id="1" name=""/>
        <p:cNvGrpSpPr/>
        <p:nvPr/>
      </p:nvGrpSpPr>
      <p:grpSpPr>
        <a:xfrm>
          <a:off x="0" y="0"/>
          <a:ext cx="0" cy="0"/>
          <a:chOff x="0" y="0"/>
          <a:chExt cx="0" cy="0"/>
        </a:xfrm>
      </p:grpSpPr>
      <p:grpSp>
        <p:nvGrpSpPr>
          <p:cNvPr id="21" name="Group 20"/>
          <p:cNvGrpSpPr>
            <a:grpSpLocks noChangeAspect="1"/>
          </p:cNvGrpSpPr>
          <p:nvPr userDrawn="1"/>
        </p:nvGrpSpPr>
        <p:grpSpPr>
          <a:xfrm>
            <a:off x="6517316" y="1795410"/>
            <a:ext cx="2306397" cy="1545330"/>
            <a:chOff x="5701703" y="682760"/>
            <a:chExt cx="3074395" cy="2060440"/>
          </a:xfrm>
        </p:grpSpPr>
        <p:sp>
          <p:nvSpPr>
            <p:cNvPr id="22" name="Freeform 21"/>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3" name="Picture 2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pic>
        <p:nvPicPr>
          <p:cNvPr id="20" name="Picture 3"/>
          <p:cNvPicPr>
            <a:picLocks noChangeAspect="1" noChangeArrowheads="1"/>
          </p:cNvPicPr>
          <p:nvPr userDrawn="1"/>
        </p:nvPicPr>
        <p:blipFill>
          <a:blip r:embed="rId5" cstate="print">
            <a:extLst>
              <a:ext uri="{28A0092B-C50C-407E-A947-70E740481C1C}">
                <a14:useLocalDpi xmlns:a14="http://schemas.microsoft.com/office/drawing/2010/main" val="0"/>
              </a:ext>
            </a:extLst>
          </a:blip>
          <a:stretch>
            <a:fillRect/>
          </a:stretch>
        </p:blipFill>
        <p:spPr bwMode="auto">
          <a:xfrm>
            <a:off x="367953" y="363335"/>
            <a:ext cx="2652028" cy="569214"/>
          </a:xfrm>
          <a:prstGeom prst="rect">
            <a:avLst/>
          </a:prstGeom>
          <a:noFill/>
          <a:extLst>
            <a:ext uri="{909E8E84-426E-40dd-AFC4-6F175D3DCCD1}">
              <a14:hiddenFill xmlns:a14="http://schemas.microsoft.com/office/drawing/2010/main" xmlns="">
                <a:solidFill>
                  <a:srgbClr val="FFFFFF"/>
                </a:solidFill>
              </a14:hiddenFill>
            </a:ext>
          </a:extLst>
        </p:spPr>
      </p:pic>
      <p:graphicFrame>
        <p:nvGraphicFramePr>
          <p:cNvPr id="44" name="Objekt 43" hidden="1"/>
          <p:cNvGraphicFramePr>
            <a:graphicFrameLocks/>
          </p:cNvGraphicFramePr>
          <p:nvPr>
            <p:custDataLst>
              <p:tags r:id="rId2"/>
            </p:custDataLst>
          </p:nvPr>
        </p:nvGraphicFramePr>
        <p:xfrm>
          <a:off x="1" y="15"/>
          <a:ext cx="158750" cy="119063"/>
        </p:xfrm>
        <a:graphic>
          <a:graphicData uri="http://schemas.openxmlformats.org/presentationml/2006/ole">
            <mc:AlternateContent xmlns:mc="http://schemas.openxmlformats.org/markup-compatibility/2006">
              <mc:Choice xmlns:v="urn:schemas-microsoft-com:vml" Requires="v">
                <p:oleObj spid="_x0000_s3608" name="think-cell Slide" r:id="rId6" imgW="0" imgH="0" progId="">
                  <p:embed/>
                </p:oleObj>
              </mc:Choice>
              <mc:Fallback>
                <p:oleObj name="think-cell Slide" r:id="rId6" imgW="0" imgH="0" progId="">
                  <p:embed/>
                  <p:pic>
                    <p:nvPicPr>
                      <p:cNvPr id="0" name="AutoShape 4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 y="15"/>
                        <a:ext cx="158750"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 name="Picture 9"/>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5259508" y="4638460"/>
            <a:ext cx="3521355" cy="171449"/>
          </a:xfrm>
          <a:prstGeom prst="rect">
            <a:avLst/>
          </a:prstGeom>
        </p:spPr>
      </p:pic>
      <p:sp>
        <p:nvSpPr>
          <p:cNvPr id="25" name="Text Placeholder 32"/>
          <p:cNvSpPr>
            <a:spLocks noGrp="1"/>
          </p:cNvSpPr>
          <p:nvPr>
            <p:ph type="body" sz="quarter" idx="10" hasCustomPrompt="1"/>
          </p:nvPr>
        </p:nvSpPr>
        <p:spPr>
          <a:xfrm>
            <a:off x="373067" y="2579824"/>
            <a:ext cx="4330863" cy="467562"/>
          </a:xfrm>
          <a:prstGeom prst="rect">
            <a:avLst/>
          </a:prstGeom>
        </p:spPr>
        <p:txBody>
          <a:bodyPr anchor="t" anchorCtr="0"/>
          <a:lstStyle>
            <a:lvl1pPr marL="0" indent="0" algn="l" rtl="0" eaLnBrk="1" fontAlgn="base" hangingPunct="1">
              <a:lnSpc>
                <a:spcPct val="100000"/>
              </a:lnSpc>
              <a:spcBef>
                <a:spcPct val="0"/>
              </a:spcBef>
              <a:spcAft>
                <a:spcPts val="0"/>
              </a:spcAft>
              <a:buFont typeface="Arial" charset="0"/>
              <a:buNone/>
              <a:defRPr lang="en-US" sz="2000" b="0" kern="1200" spc="0" baseline="0" dirty="0" smtClean="0">
                <a:solidFill>
                  <a:schemeClr val="bg1"/>
                </a:solidFill>
                <a:latin typeface="+mj-lt"/>
                <a:ea typeface="Arial" pitchFamily="-105" charset="-52"/>
                <a:cs typeface="Arial" pitchFamily="34" charset="0"/>
              </a:defRPr>
            </a:lvl1pPr>
            <a:lvl2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000" b="0" kern="1200" spc="0" baseline="0" dirty="0">
                <a:solidFill>
                  <a:schemeClr val="accent1"/>
                </a:solidFill>
                <a:latin typeface="Arial" pitchFamily="34" charset="0"/>
                <a:ea typeface="Arial" pitchFamily="-105" charset="-52"/>
                <a:cs typeface="Arial" pitchFamily="34" charset="0"/>
              </a:defRPr>
            </a:lvl5pPr>
          </a:lstStyle>
          <a:p>
            <a:pPr lvl="0"/>
            <a:r>
              <a:rPr lang="en-US" dirty="0"/>
              <a:t>Click to edit subtitle</a:t>
            </a:r>
          </a:p>
        </p:txBody>
      </p:sp>
      <p:sp>
        <p:nvSpPr>
          <p:cNvPr id="26" name="Title 1"/>
          <p:cNvSpPr>
            <a:spLocks noGrp="1"/>
          </p:cNvSpPr>
          <p:nvPr>
            <p:ph type="ctrTitle" hasCustomPrompt="1"/>
          </p:nvPr>
        </p:nvSpPr>
        <p:spPr>
          <a:xfrm>
            <a:off x="373072" y="1431235"/>
            <a:ext cx="4330865" cy="996950"/>
          </a:xfrm>
          <a:prstGeom prst="rect">
            <a:avLst/>
          </a:prstGeom>
        </p:spPr>
        <p:txBody>
          <a:bodyPr lIns="0" tIns="0" anchor="b" anchorCtr="0">
            <a:noAutofit/>
          </a:bodyPr>
          <a:lstStyle>
            <a:lvl1pPr algn="l">
              <a:lnSpc>
                <a:spcPct val="100000"/>
              </a:lnSpc>
              <a:spcAft>
                <a:spcPts val="0"/>
              </a:spcAft>
              <a:defRPr sz="3600" b="1" spc="0" baseline="0">
                <a:solidFill>
                  <a:schemeClr val="bg1"/>
                </a:solidFill>
                <a:latin typeface="+mj-lt"/>
                <a:cs typeface="Arial" pitchFamily="34" charset="0"/>
              </a:defRPr>
            </a:lvl1pPr>
          </a:lstStyle>
          <a:p>
            <a:r>
              <a:rPr lang="en-US" dirty="0"/>
              <a:t>Click to edit presentation title</a:t>
            </a:r>
            <a:endParaRPr lang="en-GB"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5_Title Slide_Sea Green_Top">
    <p:bg>
      <p:bgPr>
        <a:solidFill>
          <a:srgbClr val="008899"/>
        </a:solidFill>
        <a:effectLst/>
      </p:bgPr>
    </p:bg>
    <p:spTree>
      <p:nvGrpSpPr>
        <p:cNvPr id="1" name=""/>
        <p:cNvGrpSpPr/>
        <p:nvPr/>
      </p:nvGrpSpPr>
      <p:grpSpPr>
        <a:xfrm>
          <a:off x="0" y="0"/>
          <a:ext cx="0" cy="0"/>
          <a:chOff x="0" y="0"/>
          <a:chExt cx="0" cy="0"/>
        </a:xfrm>
      </p:grpSpPr>
      <p:graphicFrame>
        <p:nvGraphicFramePr>
          <p:cNvPr id="44" name="Objekt 43" hidden="1"/>
          <p:cNvGraphicFramePr>
            <a:graphicFrameLocks/>
          </p:cNvGraphicFramePr>
          <p:nvPr>
            <p:custDataLst>
              <p:tags r:id="rId2"/>
            </p:custDataLst>
          </p:nvPr>
        </p:nvGraphicFramePr>
        <p:xfrm>
          <a:off x="1" y="15"/>
          <a:ext cx="158750" cy="119063"/>
        </p:xfrm>
        <a:graphic>
          <a:graphicData uri="http://schemas.openxmlformats.org/presentationml/2006/ole">
            <mc:AlternateContent xmlns:mc="http://schemas.openxmlformats.org/markup-compatibility/2006">
              <mc:Choice xmlns:v="urn:schemas-microsoft-com:vml" Requires="v">
                <p:oleObj spid="_x0000_s4632" name="think-cell Slide" r:id="rId4" imgW="0" imgH="0" progId="">
                  <p:embed/>
                </p:oleObj>
              </mc:Choice>
              <mc:Fallback>
                <p:oleObj name="think-cell Slide" r:id="rId4" imgW="0" imgH="0" progId="">
                  <p:embed/>
                  <p:pic>
                    <p:nvPicPr>
                      <p:cNvPr id="0" name="AutoShape 4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 y="15"/>
                        <a:ext cx="158750"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1" name="Group 10"/>
          <p:cNvGrpSpPr>
            <a:grpSpLocks noChangeAspect="1"/>
          </p:cNvGrpSpPr>
          <p:nvPr userDrawn="1"/>
        </p:nvGrpSpPr>
        <p:grpSpPr>
          <a:xfrm>
            <a:off x="6517316" y="1795410"/>
            <a:ext cx="2306397" cy="1545330"/>
            <a:chOff x="5701703" y="682760"/>
            <a:chExt cx="3074395" cy="2060440"/>
          </a:xfrm>
        </p:grpSpPr>
        <p:sp>
          <p:nvSpPr>
            <p:cNvPr id="16" name="Freeform 15"/>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7" name="Picture 16"/>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pic>
        <p:nvPicPr>
          <p:cNvPr id="18" name="Picture 3"/>
          <p:cNvPicPr>
            <a:picLocks noChangeAspect="1" noChangeArrowheads="1"/>
          </p:cNvPicPr>
          <p:nvPr userDrawn="1"/>
        </p:nvPicPr>
        <p:blipFill>
          <a:blip r:embed="rId6" cstate="print">
            <a:extLst>
              <a:ext uri="{28A0092B-C50C-407E-A947-70E740481C1C}">
                <a14:useLocalDpi xmlns:a14="http://schemas.microsoft.com/office/drawing/2010/main" val="0"/>
              </a:ext>
            </a:extLst>
          </a:blip>
          <a:stretch>
            <a:fillRect/>
          </a:stretch>
        </p:blipFill>
        <p:spPr bwMode="auto">
          <a:xfrm>
            <a:off x="367953" y="363335"/>
            <a:ext cx="2652028" cy="569214"/>
          </a:xfrm>
          <a:prstGeom prst="rect">
            <a:avLst/>
          </a:prstGeom>
          <a:noFill/>
          <a:extLst>
            <a:ext uri="{909E8E84-426E-40dd-AFC4-6F175D3DCCD1}">
              <a14:hiddenFill xmlns:a14="http://schemas.microsoft.com/office/drawing/2010/main" xmlns="">
                <a:solidFill>
                  <a:srgbClr val="FFFFFF"/>
                </a:solidFill>
              </a14:hiddenFill>
            </a:ext>
          </a:extLst>
        </p:spPr>
      </p:pic>
      <p:pic>
        <p:nvPicPr>
          <p:cNvPr id="19" name="Picture 18"/>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5259508" y="4638460"/>
            <a:ext cx="3521355" cy="171449"/>
          </a:xfrm>
          <a:prstGeom prst="rect">
            <a:avLst/>
          </a:prstGeom>
        </p:spPr>
      </p:pic>
      <p:sp>
        <p:nvSpPr>
          <p:cNvPr id="20" name="Text Placeholder 32"/>
          <p:cNvSpPr>
            <a:spLocks noGrp="1"/>
          </p:cNvSpPr>
          <p:nvPr>
            <p:ph type="body" sz="quarter" idx="10" hasCustomPrompt="1"/>
          </p:nvPr>
        </p:nvSpPr>
        <p:spPr>
          <a:xfrm>
            <a:off x="373067" y="2579824"/>
            <a:ext cx="4330863" cy="467562"/>
          </a:xfrm>
          <a:prstGeom prst="rect">
            <a:avLst/>
          </a:prstGeom>
        </p:spPr>
        <p:txBody>
          <a:bodyPr anchor="t" anchorCtr="0"/>
          <a:lstStyle>
            <a:lvl1pPr marL="0" indent="0" algn="l" rtl="0" eaLnBrk="1" fontAlgn="base" hangingPunct="1">
              <a:lnSpc>
                <a:spcPct val="100000"/>
              </a:lnSpc>
              <a:spcBef>
                <a:spcPct val="0"/>
              </a:spcBef>
              <a:spcAft>
                <a:spcPts val="0"/>
              </a:spcAft>
              <a:buFont typeface="Arial" charset="0"/>
              <a:buNone/>
              <a:defRPr lang="en-US" sz="2000" b="0" kern="1200" spc="0" baseline="0" dirty="0" smtClean="0">
                <a:solidFill>
                  <a:schemeClr val="bg1"/>
                </a:solidFill>
                <a:latin typeface="+mj-lt"/>
                <a:ea typeface="Arial" pitchFamily="-105" charset="-52"/>
                <a:cs typeface="Arial" pitchFamily="34" charset="0"/>
              </a:defRPr>
            </a:lvl1pPr>
            <a:lvl2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000" b="0" kern="1200" spc="0" baseline="0" dirty="0">
                <a:solidFill>
                  <a:schemeClr val="accent1"/>
                </a:solidFill>
                <a:latin typeface="Arial" pitchFamily="34" charset="0"/>
                <a:ea typeface="Arial" pitchFamily="-105" charset="-52"/>
                <a:cs typeface="Arial" pitchFamily="34" charset="0"/>
              </a:defRPr>
            </a:lvl5pPr>
          </a:lstStyle>
          <a:p>
            <a:pPr lvl="0"/>
            <a:r>
              <a:rPr lang="en-US" dirty="0"/>
              <a:t>Click to edit subtitle</a:t>
            </a:r>
          </a:p>
        </p:txBody>
      </p:sp>
      <p:sp>
        <p:nvSpPr>
          <p:cNvPr id="21" name="Title 1"/>
          <p:cNvSpPr>
            <a:spLocks noGrp="1"/>
          </p:cNvSpPr>
          <p:nvPr>
            <p:ph type="ctrTitle" hasCustomPrompt="1"/>
          </p:nvPr>
        </p:nvSpPr>
        <p:spPr>
          <a:xfrm>
            <a:off x="373072" y="1431235"/>
            <a:ext cx="4330865" cy="996950"/>
          </a:xfrm>
          <a:prstGeom prst="rect">
            <a:avLst/>
          </a:prstGeom>
        </p:spPr>
        <p:txBody>
          <a:bodyPr lIns="0" tIns="0" anchor="b" anchorCtr="0">
            <a:noAutofit/>
          </a:bodyPr>
          <a:lstStyle>
            <a:lvl1pPr algn="l">
              <a:lnSpc>
                <a:spcPct val="100000"/>
              </a:lnSpc>
              <a:spcAft>
                <a:spcPts val="0"/>
              </a:spcAft>
              <a:defRPr sz="3600" b="1" spc="0" baseline="0">
                <a:solidFill>
                  <a:schemeClr val="bg1"/>
                </a:solidFill>
                <a:latin typeface="+mj-lt"/>
                <a:cs typeface="Arial" pitchFamily="34" charset="0"/>
              </a:defRPr>
            </a:lvl1pPr>
          </a:lstStyle>
          <a:p>
            <a:r>
              <a:rPr lang="en-US" dirty="0"/>
              <a:t>Click to edit presentation title</a:t>
            </a:r>
            <a:endParaRPr lang="en-GB" dirty="0"/>
          </a:p>
        </p:txBody>
      </p:sp>
    </p:spTree>
    <p:extLst>
      <p:ext uri="{BB962C8B-B14F-4D97-AF65-F5344CB8AC3E}">
        <p14:creationId xmlns:p14="http://schemas.microsoft.com/office/powerpoint/2010/main" val="1072748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7_Title Slide_Dark Gray_Top">
    <p:bg>
      <p:bgPr>
        <a:solidFill>
          <a:srgbClr val="666666"/>
        </a:solidFill>
        <a:effectLst/>
      </p:bgPr>
    </p:bg>
    <p:spTree>
      <p:nvGrpSpPr>
        <p:cNvPr id="1" name=""/>
        <p:cNvGrpSpPr/>
        <p:nvPr/>
      </p:nvGrpSpPr>
      <p:grpSpPr>
        <a:xfrm>
          <a:off x="0" y="0"/>
          <a:ext cx="0" cy="0"/>
          <a:chOff x="0" y="0"/>
          <a:chExt cx="0" cy="0"/>
        </a:xfrm>
      </p:grpSpPr>
      <p:graphicFrame>
        <p:nvGraphicFramePr>
          <p:cNvPr id="44" name="Objekt 43" hidden="1"/>
          <p:cNvGraphicFramePr>
            <a:graphicFrameLocks/>
          </p:cNvGraphicFramePr>
          <p:nvPr userDrawn="1">
            <p:custDataLst>
              <p:tags r:id="rId2"/>
            </p:custDataLst>
          </p:nvPr>
        </p:nvGraphicFramePr>
        <p:xfrm>
          <a:off x="1" y="15"/>
          <a:ext cx="158750" cy="119063"/>
        </p:xfrm>
        <a:graphic>
          <a:graphicData uri="http://schemas.openxmlformats.org/presentationml/2006/ole">
            <mc:AlternateContent xmlns:mc="http://schemas.openxmlformats.org/markup-compatibility/2006">
              <mc:Choice xmlns:v="urn:schemas-microsoft-com:vml" Requires="v">
                <p:oleObj spid="_x0000_s5656" name="think-cell Slide" r:id="rId4" imgW="0" imgH="0" progId="">
                  <p:embed/>
                </p:oleObj>
              </mc:Choice>
              <mc:Fallback>
                <p:oleObj name="think-cell Slide" r:id="rId4" imgW="0" imgH="0" progId="">
                  <p:embed/>
                  <p:pic>
                    <p:nvPicPr>
                      <p:cNvPr id="0" name="AutoShape 4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 y="15"/>
                        <a:ext cx="158750"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 name="Group 11"/>
          <p:cNvGrpSpPr>
            <a:grpSpLocks noChangeAspect="1"/>
          </p:cNvGrpSpPr>
          <p:nvPr userDrawn="1"/>
        </p:nvGrpSpPr>
        <p:grpSpPr>
          <a:xfrm>
            <a:off x="6517316" y="1795410"/>
            <a:ext cx="2306397" cy="1545330"/>
            <a:chOff x="5701703" y="682760"/>
            <a:chExt cx="3074395" cy="2060440"/>
          </a:xfrm>
        </p:grpSpPr>
        <p:sp>
          <p:nvSpPr>
            <p:cNvPr id="13" name="Freeform 12"/>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pic>
        <p:nvPicPr>
          <p:cNvPr id="15" name="Picture 3"/>
          <p:cNvPicPr>
            <a:picLocks noChangeAspect="1" noChangeArrowheads="1"/>
          </p:cNvPicPr>
          <p:nvPr userDrawn="1"/>
        </p:nvPicPr>
        <p:blipFill>
          <a:blip r:embed="rId6" cstate="print">
            <a:extLst>
              <a:ext uri="{28A0092B-C50C-407E-A947-70E740481C1C}">
                <a14:useLocalDpi xmlns:a14="http://schemas.microsoft.com/office/drawing/2010/main" val="0"/>
              </a:ext>
            </a:extLst>
          </a:blip>
          <a:stretch>
            <a:fillRect/>
          </a:stretch>
        </p:blipFill>
        <p:spPr bwMode="auto">
          <a:xfrm>
            <a:off x="367953" y="363335"/>
            <a:ext cx="2652028" cy="569214"/>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5259508" y="4638460"/>
            <a:ext cx="3521355" cy="171449"/>
          </a:xfrm>
          <a:prstGeom prst="rect">
            <a:avLst/>
          </a:prstGeom>
        </p:spPr>
      </p:pic>
      <p:pic>
        <p:nvPicPr>
          <p:cNvPr id="4" name="Picture 3" descr="Screen Shot 2015-06-02 at 2.02.52 PM.png"/>
          <p:cNvPicPr>
            <a:picLocks noChangeAspect="1"/>
          </p:cNvPicPr>
          <p:nvPr userDrawn="1"/>
        </p:nvPicPr>
        <p:blipFill>
          <a:blip r:embed="rId8">
            <a:extLst>
              <a:ext uri="{28A0092B-C50C-407E-A947-70E740481C1C}">
                <a14:useLocalDpi xmlns:a14="http://schemas.microsoft.com/office/drawing/2010/main" val="0"/>
              </a:ext>
            </a:extLst>
          </a:blip>
          <a:stretch>
            <a:fillRect/>
          </a:stretch>
        </p:blipFill>
        <p:spPr>
          <a:xfrm>
            <a:off x="-4248" y="-4245"/>
            <a:ext cx="9144000" cy="5140847"/>
          </a:xfrm>
          <a:prstGeom prst="rect">
            <a:avLst/>
          </a:prstGeom>
        </p:spPr>
      </p:pic>
      <p:sp>
        <p:nvSpPr>
          <p:cNvPr id="22" name="Text Placeholder 32"/>
          <p:cNvSpPr>
            <a:spLocks noGrp="1"/>
          </p:cNvSpPr>
          <p:nvPr>
            <p:ph type="body" sz="quarter" idx="10" hasCustomPrompt="1"/>
          </p:nvPr>
        </p:nvSpPr>
        <p:spPr>
          <a:xfrm>
            <a:off x="373067" y="2579824"/>
            <a:ext cx="4330863" cy="467562"/>
          </a:xfrm>
          <a:prstGeom prst="rect">
            <a:avLst/>
          </a:prstGeom>
        </p:spPr>
        <p:txBody>
          <a:bodyPr anchor="t" anchorCtr="0"/>
          <a:lstStyle>
            <a:lvl1pPr marL="0" indent="0" algn="l" rtl="0" eaLnBrk="1" fontAlgn="base" hangingPunct="1">
              <a:lnSpc>
                <a:spcPct val="100000"/>
              </a:lnSpc>
              <a:spcBef>
                <a:spcPct val="0"/>
              </a:spcBef>
              <a:spcAft>
                <a:spcPts val="0"/>
              </a:spcAft>
              <a:buFont typeface="Arial" charset="0"/>
              <a:buNone/>
              <a:defRPr lang="en-US" sz="2000" b="0" kern="1200" spc="0" baseline="0" dirty="0" smtClean="0">
                <a:solidFill>
                  <a:schemeClr val="bg1"/>
                </a:solidFill>
                <a:latin typeface="+mj-lt"/>
                <a:ea typeface="Arial" pitchFamily="-105" charset="-52"/>
                <a:cs typeface="Arial" pitchFamily="34" charset="0"/>
              </a:defRPr>
            </a:lvl1pPr>
            <a:lvl2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000" b="0" kern="1200" spc="0" baseline="0" dirty="0">
                <a:solidFill>
                  <a:schemeClr val="accent1"/>
                </a:solidFill>
                <a:latin typeface="Arial" pitchFamily="34" charset="0"/>
                <a:ea typeface="Arial" pitchFamily="-105" charset="-52"/>
                <a:cs typeface="Arial" pitchFamily="34" charset="0"/>
              </a:defRPr>
            </a:lvl5pPr>
          </a:lstStyle>
          <a:p>
            <a:pPr lvl="0"/>
            <a:r>
              <a:rPr lang="en-US" dirty="0"/>
              <a:t>Click to edit subtitle</a:t>
            </a:r>
          </a:p>
        </p:txBody>
      </p:sp>
      <p:sp>
        <p:nvSpPr>
          <p:cNvPr id="23" name="Title 1"/>
          <p:cNvSpPr>
            <a:spLocks noGrp="1"/>
          </p:cNvSpPr>
          <p:nvPr>
            <p:ph type="ctrTitle" hasCustomPrompt="1"/>
          </p:nvPr>
        </p:nvSpPr>
        <p:spPr>
          <a:xfrm>
            <a:off x="373072" y="1431235"/>
            <a:ext cx="4330865" cy="996950"/>
          </a:xfrm>
          <a:prstGeom prst="rect">
            <a:avLst/>
          </a:prstGeom>
        </p:spPr>
        <p:txBody>
          <a:bodyPr lIns="0" tIns="0" anchor="b" anchorCtr="0">
            <a:noAutofit/>
          </a:bodyPr>
          <a:lstStyle>
            <a:lvl1pPr algn="l">
              <a:lnSpc>
                <a:spcPct val="100000"/>
              </a:lnSpc>
              <a:spcAft>
                <a:spcPts val="0"/>
              </a:spcAft>
              <a:defRPr sz="3600" b="1" spc="0" baseline="0">
                <a:solidFill>
                  <a:schemeClr val="bg1"/>
                </a:solidFill>
                <a:latin typeface="+mj-lt"/>
                <a:cs typeface="Arial" pitchFamily="34" charset="0"/>
              </a:defRPr>
            </a:lvl1pPr>
          </a:lstStyle>
          <a:p>
            <a:r>
              <a:rPr lang="en-US" dirty="0"/>
              <a:t>Click to edit presentation title</a:t>
            </a:r>
            <a:endParaRPr lang="en-GB" dirty="0"/>
          </a:p>
        </p:txBody>
      </p:sp>
    </p:spTree>
    <p:extLst>
      <p:ext uri="{BB962C8B-B14F-4D97-AF65-F5344CB8AC3E}">
        <p14:creationId xmlns:p14="http://schemas.microsoft.com/office/powerpoint/2010/main" val="8547849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9_Title Slide_Ink Blue_Top">
    <p:bg>
      <p:bgPr>
        <a:solidFill>
          <a:srgbClr val="003344"/>
        </a:solidFill>
        <a:effectLst/>
      </p:bgPr>
    </p:bg>
    <p:spTree>
      <p:nvGrpSpPr>
        <p:cNvPr id="1" name=""/>
        <p:cNvGrpSpPr/>
        <p:nvPr/>
      </p:nvGrpSpPr>
      <p:grpSpPr>
        <a:xfrm>
          <a:off x="0" y="0"/>
          <a:ext cx="0" cy="0"/>
          <a:chOff x="0" y="0"/>
          <a:chExt cx="0" cy="0"/>
        </a:xfrm>
      </p:grpSpPr>
      <p:graphicFrame>
        <p:nvGraphicFramePr>
          <p:cNvPr id="44" name="Objekt 43" hidden="1"/>
          <p:cNvGraphicFramePr>
            <a:graphicFrameLocks/>
          </p:cNvGraphicFramePr>
          <p:nvPr userDrawn="1">
            <p:custDataLst>
              <p:tags r:id="rId2"/>
            </p:custDataLst>
          </p:nvPr>
        </p:nvGraphicFramePr>
        <p:xfrm>
          <a:off x="1" y="15"/>
          <a:ext cx="158750" cy="119063"/>
        </p:xfrm>
        <a:graphic>
          <a:graphicData uri="http://schemas.openxmlformats.org/presentationml/2006/ole">
            <mc:AlternateContent xmlns:mc="http://schemas.openxmlformats.org/markup-compatibility/2006">
              <mc:Choice xmlns:v="urn:schemas-microsoft-com:vml" Requires="v">
                <p:oleObj spid="_x0000_s6680" name="think-cell Slide" r:id="rId4" imgW="0" imgH="0" progId="">
                  <p:embed/>
                </p:oleObj>
              </mc:Choice>
              <mc:Fallback>
                <p:oleObj name="think-cell Slide" r:id="rId4" imgW="0" imgH="0" progId="">
                  <p:embed/>
                  <p:pic>
                    <p:nvPicPr>
                      <p:cNvPr id="0" name="AutoShape 4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 y="15"/>
                        <a:ext cx="158750"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 name="Group 11"/>
          <p:cNvGrpSpPr>
            <a:grpSpLocks noChangeAspect="1"/>
          </p:cNvGrpSpPr>
          <p:nvPr userDrawn="1"/>
        </p:nvGrpSpPr>
        <p:grpSpPr>
          <a:xfrm>
            <a:off x="6517316" y="1795410"/>
            <a:ext cx="2306397" cy="1545330"/>
            <a:chOff x="5701703" y="682760"/>
            <a:chExt cx="3074395" cy="2060440"/>
          </a:xfrm>
        </p:grpSpPr>
        <p:sp>
          <p:nvSpPr>
            <p:cNvPr id="13" name="Freeform 12"/>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pic>
        <p:nvPicPr>
          <p:cNvPr id="15" name="Picture 3"/>
          <p:cNvPicPr>
            <a:picLocks noChangeAspect="1" noChangeArrowheads="1"/>
          </p:cNvPicPr>
          <p:nvPr userDrawn="1"/>
        </p:nvPicPr>
        <p:blipFill>
          <a:blip r:embed="rId6" cstate="print">
            <a:extLst>
              <a:ext uri="{28A0092B-C50C-407E-A947-70E740481C1C}">
                <a14:useLocalDpi xmlns:a14="http://schemas.microsoft.com/office/drawing/2010/main" val="0"/>
              </a:ext>
            </a:extLst>
          </a:blip>
          <a:stretch>
            <a:fillRect/>
          </a:stretch>
        </p:blipFill>
        <p:spPr bwMode="auto">
          <a:xfrm>
            <a:off x="367953" y="363335"/>
            <a:ext cx="2652028" cy="569214"/>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5259508" y="4638460"/>
            <a:ext cx="3521355" cy="171449"/>
          </a:xfrm>
          <a:prstGeom prst="rect">
            <a:avLst/>
          </a:prstGeom>
        </p:spPr>
      </p:pic>
      <p:sp>
        <p:nvSpPr>
          <p:cNvPr id="20" name="Text Placeholder 32"/>
          <p:cNvSpPr>
            <a:spLocks noGrp="1"/>
          </p:cNvSpPr>
          <p:nvPr>
            <p:ph type="body" sz="quarter" idx="10" hasCustomPrompt="1"/>
          </p:nvPr>
        </p:nvSpPr>
        <p:spPr>
          <a:xfrm>
            <a:off x="373067" y="2579824"/>
            <a:ext cx="4330863" cy="467562"/>
          </a:xfrm>
          <a:prstGeom prst="rect">
            <a:avLst/>
          </a:prstGeom>
        </p:spPr>
        <p:txBody>
          <a:bodyPr anchor="t" anchorCtr="0"/>
          <a:lstStyle>
            <a:lvl1pPr marL="0" indent="0" algn="l" rtl="0" eaLnBrk="1" fontAlgn="base" hangingPunct="1">
              <a:lnSpc>
                <a:spcPct val="100000"/>
              </a:lnSpc>
              <a:spcBef>
                <a:spcPct val="0"/>
              </a:spcBef>
              <a:spcAft>
                <a:spcPts val="0"/>
              </a:spcAft>
              <a:buFont typeface="Arial" charset="0"/>
              <a:buNone/>
              <a:defRPr lang="en-US" sz="2000" b="0" kern="1200" spc="0" baseline="0" dirty="0" smtClean="0">
                <a:solidFill>
                  <a:schemeClr val="bg1"/>
                </a:solidFill>
                <a:latin typeface="+mj-lt"/>
                <a:ea typeface="Arial" pitchFamily="-105" charset="-52"/>
                <a:cs typeface="Arial" pitchFamily="34" charset="0"/>
              </a:defRPr>
            </a:lvl1pPr>
            <a:lvl2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000" b="0" kern="1200" spc="0" baseline="0" dirty="0">
                <a:solidFill>
                  <a:schemeClr val="accent1"/>
                </a:solidFill>
                <a:latin typeface="Arial" pitchFamily="34" charset="0"/>
                <a:ea typeface="Arial" pitchFamily="-105" charset="-52"/>
                <a:cs typeface="Arial" pitchFamily="34" charset="0"/>
              </a:defRPr>
            </a:lvl5pPr>
          </a:lstStyle>
          <a:p>
            <a:pPr lvl="0"/>
            <a:r>
              <a:rPr lang="en-US" dirty="0"/>
              <a:t>Click to edit subtitle</a:t>
            </a:r>
          </a:p>
        </p:txBody>
      </p:sp>
      <p:sp>
        <p:nvSpPr>
          <p:cNvPr id="21" name="Title 1"/>
          <p:cNvSpPr>
            <a:spLocks noGrp="1"/>
          </p:cNvSpPr>
          <p:nvPr>
            <p:ph type="ctrTitle" hasCustomPrompt="1"/>
          </p:nvPr>
        </p:nvSpPr>
        <p:spPr>
          <a:xfrm>
            <a:off x="373072" y="1431235"/>
            <a:ext cx="4330865" cy="996950"/>
          </a:xfrm>
          <a:prstGeom prst="rect">
            <a:avLst/>
          </a:prstGeom>
        </p:spPr>
        <p:txBody>
          <a:bodyPr lIns="0" tIns="0" anchor="b" anchorCtr="0">
            <a:noAutofit/>
          </a:bodyPr>
          <a:lstStyle>
            <a:lvl1pPr algn="l">
              <a:lnSpc>
                <a:spcPct val="100000"/>
              </a:lnSpc>
              <a:spcAft>
                <a:spcPts val="0"/>
              </a:spcAft>
              <a:defRPr sz="3600" b="1" spc="0" baseline="0">
                <a:solidFill>
                  <a:schemeClr val="bg1"/>
                </a:solidFill>
                <a:latin typeface="+mj-lt"/>
                <a:cs typeface="Arial" pitchFamily="34" charset="0"/>
              </a:defRPr>
            </a:lvl1pPr>
          </a:lstStyle>
          <a:p>
            <a:r>
              <a:rPr lang="en-US" dirty="0"/>
              <a:t>Click to edit presentation title</a:t>
            </a:r>
            <a:endParaRPr lang="en-GB" dirty="0"/>
          </a:p>
        </p:txBody>
      </p:sp>
    </p:spTree>
    <p:extLst>
      <p:ext uri="{BB962C8B-B14F-4D97-AF65-F5344CB8AC3E}">
        <p14:creationId xmlns:p14="http://schemas.microsoft.com/office/powerpoint/2010/main" val="3085619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1_Title Slide_Deep Violet_Top">
    <p:bg>
      <p:bgPr>
        <a:solidFill>
          <a:srgbClr val="2F539C"/>
        </a:solidFill>
        <a:effectLst/>
      </p:bgPr>
    </p:bg>
    <p:spTree>
      <p:nvGrpSpPr>
        <p:cNvPr id="1" name=""/>
        <p:cNvGrpSpPr/>
        <p:nvPr/>
      </p:nvGrpSpPr>
      <p:grpSpPr>
        <a:xfrm>
          <a:off x="0" y="0"/>
          <a:ext cx="0" cy="0"/>
          <a:chOff x="0" y="0"/>
          <a:chExt cx="0" cy="0"/>
        </a:xfrm>
      </p:grpSpPr>
      <p:graphicFrame>
        <p:nvGraphicFramePr>
          <p:cNvPr id="44" name="Objekt 43" hidden="1"/>
          <p:cNvGraphicFramePr>
            <a:graphicFrameLocks/>
          </p:cNvGraphicFramePr>
          <p:nvPr userDrawn="1">
            <p:custDataLst>
              <p:tags r:id="rId2"/>
            </p:custDataLst>
          </p:nvPr>
        </p:nvGraphicFramePr>
        <p:xfrm>
          <a:off x="1" y="15"/>
          <a:ext cx="158750" cy="119063"/>
        </p:xfrm>
        <a:graphic>
          <a:graphicData uri="http://schemas.openxmlformats.org/presentationml/2006/ole">
            <mc:AlternateContent xmlns:mc="http://schemas.openxmlformats.org/markup-compatibility/2006">
              <mc:Choice xmlns:v="urn:schemas-microsoft-com:vml" Requires="v">
                <p:oleObj spid="_x0000_s7704" name="think-cell Slide" r:id="rId4" imgW="0" imgH="0" progId="">
                  <p:embed/>
                </p:oleObj>
              </mc:Choice>
              <mc:Fallback>
                <p:oleObj name="think-cell Slide" r:id="rId4" imgW="0" imgH="0" progId="">
                  <p:embed/>
                  <p:pic>
                    <p:nvPicPr>
                      <p:cNvPr id="0" name="AutoShape 4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 y="15"/>
                        <a:ext cx="158750"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 name="Group 11"/>
          <p:cNvGrpSpPr>
            <a:grpSpLocks noChangeAspect="1"/>
          </p:cNvGrpSpPr>
          <p:nvPr userDrawn="1"/>
        </p:nvGrpSpPr>
        <p:grpSpPr>
          <a:xfrm>
            <a:off x="6517316" y="1795410"/>
            <a:ext cx="2306397" cy="1545330"/>
            <a:chOff x="5701703" y="682760"/>
            <a:chExt cx="3074395" cy="2060440"/>
          </a:xfrm>
        </p:grpSpPr>
        <p:sp>
          <p:nvSpPr>
            <p:cNvPr id="13" name="Freeform 12"/>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pic>
        <p:nvPicPr>
          <p:cNvPr id="15" name="Picture 3"/>
          <p:cNvPicPr>
            <a:picLocks noChangeAspect="1" noChangeArrowheads="1"/>
          </p:cNvPicPr>
          <p:nvPr userDrawn="1"/>
        </p:nvPicPr>
        <p:blipFill>
          <a:blip r:embed="rId6" cstate="print">
            <a:extLst>
              <a:ext uri="{28A0092B-C50C-407E-A947-70E740481C1C}">
                <a14:useLocalDpi xmlns:a14="http://schemas.microsoft.com/office/drawing/2010/main" val="0"/>
              </a:ext>
            </a:extLst>
          </a:blip>
          <a:stretch>
            <a:fillRect/>
          </a:stretch>
        </p:blipFill>
        <p:spPr bwMode="auto">
          <a:xfrm>
            <a:off x="367953" y="363335"/>
            <a:ext cx="2652028" cy="569214"/>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5259508" y="4638460"/>
            <a:ext cx="3521355" cy="171449"/>
          </a:xfrm>
          <a:prstGeom prst="rect">
            <a:avLst/>
          </a:prstGeom>
        </p:spPr>
      </p:pic>
      <p:sp>
        <p:nvSpPr>
          <p:cNvPr id="20" name="Text Placeholder 32"/>
          <p:cNvSpPr>
            <a:spLocks noGrp="1"/>
          </p:cNvSpPr>
          <p:nvPr>
            <p:ph type="body" sz="quarter" idx="10" hasCustomPrompt="1"/>
          </p:nvPr>
        </p:nvSpPr>
        <p:spPr>
          <a:xfrm>
            <a:off x="373067" y="2579824"/>
            <a:ext cx="4330863" cy="467562"/>
          </a:xfrm>
          <a:prstGeom prst="rect">
            <a:avLst/>
          </a:prstGeom>
        </p:spPr>
        <p:txBody>
          <a:bodyPr anchor="t" anchorCtr="0"/>
          <a:lstStyle>
            <a:lvl1pPr marL="0" indent="0" algn="l" rtl="0" eaLnBrk="1" fontAlgn="base" hangingPunct="1">
              <a:lnSpc>
                <a:spcPct val="100000"/>
              </a:lnSpc>
              <a:spcBef>
                <a:spcPct val="0"/>
              </a:spcBef>
              <a:spcAft>
                <a:spcPts val="0"/>
              </a:spcAft>
              <a:buFont typeface="Arial" charset="0"/>
              <a:buNone/>
              <a:defRPr lang="en-US" sz="2000" b="0" kern="1200" spc="0" baseline="0" dirty="0" smtClean="0">
                <a:solidFill>
                  <a:schemeClr val="bg1"/>
                </a:solidFill>
                <a:latin typeface="+mj-lt"/>
                <a:ea typeface="Arial" pitchFamily="-105" charset="-52"/>
                <a:cs typeface="Arial" pitchFamily="34" charset="0"/>
              </a:defRPr>
            </a:lvl1pPr>
            <a:lvl2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000" b="0" kern="1200" spc="0" baseline="0" dirty="0">
                <a:solidFill>
                  <a:schemeClr val="accent1"/>
                </a:solidFill>
                <a:latin typeface="Arial" pitchFamily="34" charset="0"/>
                <a:ea typeface="Arial" pitchFamily="-105" charset="-52"/>
                <a:cs typeface="Arial" pitchFamily="34" charset="0"/>
              </a:defRPr>
            </a:lvl5pPr>
          </a:lstStyle>
          <a:p>
            <a:pPr lvl="0"/>
            <a:r>
              <a:rPr lang="en-US" dirty="0"/>
              <a:t>Click to edit subtitle</a:t>
            </a:r>
          </a:p>
        </p:txBody>
      </p:sp>
      <p:sp>
        <p:nvSpPr>
          <p:cNvPr id="21" name="Title 1"/>
          <p:cNvSpPr>
            <a:spLocks noGrp="1"/>
          </p:cNvSpPr>
          <p:nvPr>
            <p:ph type="ctrTitle" hasCustomPrompt="1"/>
          </p:nvPr>
        </p:nvSpPr>
        <p:spPr>
          <a:xfrm>
            <a:off x="373072" y="1431235"/>
            <a:ext cx="4330865" cy="996950"/>
          </a:xfrm>
          <a:prstGeom prst="rect">
            <a:avLst/>
          </a:prstGeom>
        </p:spPr>
        <p:txBody>
          <a:bodyPr lIns="0" tIns="0" anchor="b" anchorCtr="0">
            <a:noAutofit/>
          </a:bodyPr>
          <a:lstStyle>
            <a:lvl1pPr algn="l">
              <a:lnSpc>
                <a:spcPct val="100000"/>
              </a:lnSpc>
              <a:spcAft>
                <a:spcPts val="0"/>
              </a:spcAft>
              <a:defRPr sz="3600" b="1" spc="0" baseline="0">
                <a:solidFill>
                  <a:schemeClr val="bg1"/>
                </a:solidFill>
                <a:latin typeface="+mj-lt"/>
                <a:cs typeface="Arial" pitchFamily="34" charset="0"/>
              </a:defRPr>
            </a:lvl1pPr>
          </a:lstStyle>
          <a:p>
            <a:r>
              <a:rPr lang="en-US" dirty="0"/>
              <a:t>Click to edit presentation title</a:t>
            </a:r>
            <a:endParaRPr lang="en-GB" dirty="0"/>
          </a:p>
        </p:txBody>
      </p:sp>
    </p:spTree>
    <p:extLst>
      <p:ext uri="{BB962C8B-B14F-4D97-AF65-F5344CB8AC3E}">
        <p14:creationId xmlns:p14="http://schemas.microsoft.com/office/powerpoint/2010/main" val="21596021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13_Title Slide_Red Violet_Top">
    <p:bg>
      <p:bgPr>
        <a:solidFill>
          <a:srgbClr val="551155"/>
        </a:solidFill>
        <a:effectLst/>
      </p:bgPr>
    </p:bg>
    <p:spTree>
      <p:nvGrpSpPr>
        <p:cNvPr id="1" name=""/>
        <p:cNvGrpSpPr/>
        <p:nvPr/>
      </p:nvGrpSpPr>
      <p:grpSpPr>
        <a:xfrm>
          <a:off x="0" y="0"/>
          <a:ext cx="0" cy="0"/>
          <a:chOff x="0" y="0"/>
          <a:chExt cx="0" cy="0"/>
        </a:xfrm>
      </p:grpSpPr>
      <p:graphicFrame>
        <p:nvGraphicFramePr>
          <p:cNvPr id="44" name="Objekt 43" hidden="1"/>
          <p:cNvGraphicFramePr>
            <a:graphicFrameLocks/>
          </p:cNvGraphicFramePr>
          <p:nvPr userDrawn="1">
            <p:custDataLst>
              <p:tags r:id="rId2"/>
            </p:custDataLst>
          </p:nvPr>
        </p:nvGraphicFramePr>
        <p:xfrm>
          <a:off x="1" y="15"/>
          <a:ext cx="158750" cy="119063"/>
        </p:xfrm>
        <a:graphic>
          <a:graphicData uri="http://schemas.openxmlformats.org/presentationml/2006/ole">
            <mc:AlternateContent xmlns:mc="http://schemas.openxmlformats.org/markup-compatibility/2006">
              <mc:Choice xmlns:v="urn:schemas-microsoft-com:vml" Requires="v">
                <p:oleObj spid="_x0000_s8728" name="think-cell Slide" r:id="rId4" imgW="0" imgH="0" progId="">
                  <p:embed/>
                </p:oleObj>
              </mc:Choice>
              <mc:Fallback>
                <p:oleObj name="think-cell Slide" r:id="rId4" imgW="0" imgH="0" progId="">
                  <p:embed/>
                  <p:pic>
                    <p:nvPicPr>
                      <p:cNvPr id="0" name="AutoShape 4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 y="15"/>
                        <a:ext cx="158750"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 name="Group 11"/>
          <p:cNvGrpSpPr>
            <a:grpSpLocks noChangeAspect="1"/>
          </p:cNvGrpSpPr>
          <p:nvPr userDrawn="1"/>
        </p:nvGrpSpPr>
        <p:grpSpPr>
          <a:xfrm>
            <a:off x="6517316" y="1795410"/>
            <a:ext cx="2306397" cy="1545330"/>
            <a:chOff x="5701703" y="682760"/>
            <a:chExt cx="3074395" cy="2060440"/>
          </a:xfrm>
        </p:grpSpPr>
        <p:sp>
          <p:nvSpPr>
            <p:cNvPr id="13" name="Freeform 12"/>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rgbClr val="FFB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4" name="Picture 1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pic>
        <p:nvPicPr>
          <p:cNvPr id="15" name="Picture 3"/>
          <p:cNvPicPr>
            <a:picLocks noChangeAspect="1" noChangeArrowheads="1"/>
          </p:cNvPicPr>
          <p:nvPr userDrawn="1"/>
        </p:nvPicPr>
        <p:blipFill>
          <a:blip r:embed="rId6" cstate="print">
            <a:extLst>
              <a:ext uri="{28A0092B-C50C-407E-A947-70E740481C1C}">
                <a14:useLocalDpi xmlns:a14="http://schemas.microsoft.com/office/drawing/2010/main" val="0"/>
              </a:ext>
            </a:extLst>
          </a:blip>
          <a:stretch>
            <a:fillRect/>
          </a:stretch>
        </p:blipFill>
        <p:spPr bwMode="auto">
          <a:xfrm>
            <a:off x="367953" y="363335"/>
            <a:ext cx="2652028" cy="569214"/>
          </a:xfrm>
          <a:prstGeom prst="rect">
            <a:avLst/>
          </a:prstGeom>
          <a:noFill/>
          <a:extLst>
            <a:ext uri="{909E8E84-426E-40dd-AFC4-6F175D3DCCD1}">
              <a14:hiddenFill xmlns:a14="http://schemas.microsoft.com/office/drawing/2010/main" xmlns="">
                <a:solidFill>
                  <a:srgbClr val="FFFFFF"/>
                </a:solidFill>
              </a14:hiddenFill>
            </a:ext>
          </a:extLst>
        </p:spPr>
      </p:pic>
      <p:pic>
        <p:nvPicPr>
          <p:cNvPr id="16" name="Picture 15"/>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5259508" y="4638460"/>
            <a:ext cx="3521355" cy="171449"/>
          </a:xfrm>
          <a:prstGeom prst="rect">
            <a:avLst/>
          </a:prstGeom>
        </p:spPr>
      </p:pic>
      <p:sp>
        <p:nvSpPr>
          <p:cNvPr id="20" name="Text Placeholder 32"/>
          <p:cNvSpPr>
            <a:spLocks noGrp="1"/>
          </p:cNvSpPr>
          <p:nvPr>
            <p:ph type="body" sz="quarter" idx="10" hasCustomPrompt="1"/>
          </p:nvPr>
        </p:nvSpPr>
        <p:spPr>
          <a:xfrm>
            <a:off x="373067" y="2579824"/>
            <a:ext cx="4330863" cy="467562"/>
          </a:xfrm>
          <a:prstGeom prst="rect">
            <a:avLst/>
          </a:prstGeom>
        </p:spPr>
        <p:txBody>
          <a:bodyPr anchor="t" anchorCtr="0"/>
          <a:lstStyle>
            <a:lvl1pPr marL="0" indent="0" algn="l" rtl="0" eaLnBrk="1" fontAlgn="base" hangingPunct="1">
              <a:lnSpc>
                <a:spcPct val="100000"/>
              </a:lnSpc>
              <a:spcBef>
                <a:spcPct val="0"/>
              </a:spcBef>
              <a:spcAft>
                <a:spcPts val="0"/>
              </a:spcAft>
              <a:buFont typeface="Arial" charset="0"/>
              <a:buNone/>
              <a:defRPr lang="en-US" sz="2000" b="0" kern="1200" spc="0" baseline="0" dirty="0" smtClean="0">
                <a:solidFill>
                  <a:schemeClr val="bg1"/>
                </a:solidFill>
                <a:latin typeface="+mj-lt"/>
                <a:ea typeface="Arial" pitchFamily="-105" charset="-52"/>
                <a:cs typeface="Arial" pitchFamily="34" charset="0"/>
              </a:defRPr>
            </a:lvl1pPr>
            <a:lvl2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2pPr>
            <a:lvl3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3pPr>
            <a:lvl4pPr algn="l" rtl="0" eaLnBrk="1" fontAlgn="base" hangingPunct="1">
              <a:lnSpc>
                <a:spcPct val="100000"/>
              </a:lnSpc>
              <a:spcBef>
                <a:spcPct val="0"/>
              </a:spcBef>
              <a:spcAft>
                <a:spcPct val="0"/>
              </a:spcAft>
              <a:buFont typeface="Arial" charset="0"/>
              <a:defRPr lang="en-US" sz="2000" b="0" kern="1200" spc="0" baseline="0" dirty="0" smtClean="0">
                <a:solidFill>
                  <a:schemeClr val="accent1"/>
                </a:solidFill>
                <a:latin typeface="Arial" pitchFamily="34" charset="0"/>
                <a:ea typeface="Arial" pitchFamily="-105" charset="-52"/>
                <a:cs typeface="Arial" pitchFamily="34" charset="0"/>
              </a:defRPr>
            </a:lvl4pPr>
            <a:lvl5pPr algn="l" rtl="0" eaLnBrk="1" fontAlgn="base" hangingPunct="1">
              <a:lnSpc>
                <a:spcPct val="100000"/>
              </a:lnSpc>
              <a:spcBef>
                <a:spcPct val="0"/>
              </a:spcBef>
              <a:spcAft>
                <a:spcPct val="0"/>
              </a:spcAft>
              <a:buFont typeface="Arial" charset="0"/>
              <a:defRPr lang="en-AU" sz="2000" b="0" kern="1200" spc="0" baseline="0" dirty="0">
                <a:solidFill>
                  <a:schemeClr val="accent1"/>
                </a:solidFill>
                <a:latin typeface="Arial" pitchFamily="34" charset="0"/>
                <a:ea typeface="Arial" pitchFamily="-105" charset="-52"/>
                <a:cs typeface="Arial" pitchFamily="34" charset="0"/>
              </a:defRPr>
            </a:lvl5pPr>
          </a:lstStyle>
          <a:p>
            <a:pPr lvl="0"/>
            <a:r>
              <a:rPr lang="en-US" dirty="0"/>
              <a:t>Click to edit subtitle</a:t>
            </a:r>
          </a:p>
        </p:txBody>
      </p:sp>
      <p:sp>
        <p:nvSpPr>
          <p:cNvPr id="21" name="Title 1"/>
          <p:cNvSpPr>
            <a:spLocks noGrp="1"/>
          </p:cNvSpPr>
          <p:nvPr>
            <p:ph type="ctrTitle" hasCustomPrompt="1"/>
          </p:nvPr>
        </p:nvSpPr>
        <p:spPr>
          <a:xfrm>
            <a:off x="373072" y="1431235"/>
            <a:ext cx="4330865" cy="996950"/>
          </a:xfrm>
          <a:prstGeom prst="rect">
            <a:avLst/>
          </a:prstGeom>
        </p:spPr>
        <p:txBody>
          <a:bodyPr lIns="0" tIns="0" anchor="b" anchorCtr="0">
            <a:noAutofit/>
          </a:bodyPr>
          <a:lstStyle>
            <a:lvl1pPr algn="l">
              <a:lnSpc>
                <a:spcPct val="100000"/>
              </a:lnSpc>
              <a:spcAft>
                <a:spcPts val="0"/>
              </a:spcAft>
              <a:defRPr sz="3600" b="1" spc="0" baseline="0">
                <a:solidFill>
                  <a:schemeClr val="bg1"/>
                </a:solidFill>
                <a:latin typeface="+mj-lt"/>
                <a:cs typeface="Arial" pitchFamily="34" charset="0"/>
              </a:defRPr>
            </a:lvl1pPr>
          </a:lstStyle>
          <a:p>
            <a:r>
              <a:rPr lang="en-US" dirty="0"/>
              <a:t>Click to edit presentation title</a:t>
            </a:r>
            <a:endParaRPr lang="en-GB" dirty="0"/>
          </a:p>
        </p:txBody>
      </p:sp>
    </p:spTree>
    <p:extLst>
      <p:ext uri="{BB962C8B-B14F-4D97-AF65-F5344CB8AC3E}">
        <p14:creationId xmlns:p14="http://schemas.microsoft.com/office/powerpoint/2010/main" val="2700552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5" name="Text Placeholder 8"/>
          <p:cNvSpPr>
            <a:spLocks noGrp="1"/>
          </p:cNvSpPr>
          <p:nvPr>
            <p:ph type="body" sz="quarter" idx="12"/>
          </p:nvPr>
        </p:nvSpPr>
        <p:spPr>
          <a:xfrm>
            <a:off x="380361" y="1070373"/>
            <a:ext cx="8389643" cy="3501628"/>
          </a:xfrm>
          <a:prstGeom prst="rect">
            <a:avLst/>
          </a:prstGeom>
        </p:spPr>
        <p:txBody>
          <a:bodyPr/>
          <a:lstStyle>
            <a:lvl1pPr marL="0" indent="0">
              <a:buNone/>
              <a:defRPr sz="2000" b="0">
                <a:solidFill>
                  <a:srgbClr val="FFB500"/>
                </a:solidFill>
              </a:defRPr>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Tree>
    <p:extLst>
      <p:ext uri="{BB962C8B-B14F-4D97-AF65-F5344CB8AC3E}">
        <p14:creationId xmlns:p14="http://schemas.microsoft.com/office/powerpoint/2010/main" val="3505090471"/>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sp>
        <p:nvSpPr>
          <p:cNvPr id="4" name="Text Placeholder 8"/>
          <p:cNvSpPr>
            <a:spLocks noGrp="1"/>
          </p:cNvSpPr>
          <p:nvPr>
            <p:ph type="body" sz="quarter" idx="12"/>
          </p:nvPr>
        </p:nvSpPr>
        <p:spPr>
          <a:xfrm>
            <a:off x="380361" y="1070373"/>
            <a:ext cx="8389643" cy="3501628"/>
          </a:xfrm>
          <a:prstGeom prst="rect">
            <a:avLst/>
          </a:prstGeom>
        </p:spPr>
        <p:txBody>
          <a:bodyPr/>
          <a:lstStyle>
            <a:lvl1pPr marL="0" indent="0">
              <a:buNone/>
              <a:defRPr sz="2000" b="0">
                <a:solidFill>
                  <a:srgbClr val="FFB500"/>
                </a:solidFill>
              </a:defRPr>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63439131"/>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Two Column">
    <p:spTree>
      <p:nvGrpSpPr>
        <p:cNvPr id="1" name=""/>
        <p:cNvGrpSpPr/>
        <p:nvPr/>
      </p:nvGrpSpPr>
      <p:grpSpPr>
        <a:xfrm>
          <a:off x="0" y="0"/>
          <a:ext cx="0" cy="0"/>
          <a:chOff x="0" y="0"/>
          <a:chExt cx="0" cy="0"/>
        </a:xfrm>
      </p:grpSpPr>
      <p:sp>
        <p:nvSpPr>
          <p:cNvPr id="4" name="Content Placeholder 3"/>
          <p:cNvSpPr>
            <a:spLocks noGrp="1"/>
          </p:cNvSpPr>
          <p:nvPr>
            <p:ph sz="quarter" idx="16"/>
          </p:nvPr>
        </p:nvSpPr>
        <p:spPr>
          <a:xfrm>
            <a:off x="380361" y="1071015"/>
            <a:ext cx="3995789" cy="3634336"/>
          </a:xfrm>
          <a:prstGeom prst="rect">
            <a:avLst/>
          </a:prstGeom>
        </p:spPr>
        <p:txBody>
          <a:bodyPr/>
          <a:lstStyle>
            <a:lvl1pPr marL="0" indent="0">
              <a:buNone/>
              <a:defRPr sz="2000"/>
            </a:lvl1pPr>
            <a:lvl2pPr>
              <a:defRPr sz="1800"/>
            </a:lvl2pPr>
            <a:lvl3pPr>
              <a:defRPr sz="15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9" name="Content Placeholder 3"/>
          <p:cNvSpPr>
            <a:spLocks noGrp="1"/>
          </p:cNvSpPr>
          <p:nvPr>
            <p:ph sz="quarter" idx="20"/>
          </p:nvPr>
        </p:nvSpPr>
        <p:spPr>
          <a:xfrm>
            <a:off x="4771977" y="1070373"/>
            <a:ext cx="3998020" cy="3634336"/>
          </a:xfrm>
          <a:prstGeom prst="rect">
            <a:avLst/>
          </a:prstGeom>
        </p:spPr>
        <p:txBody>
          <a:bodyPr/>
          <a:lstStyle>
            <a:lvl1pPr marL="0" indent="0">
              <a:buNone/>
              <a:defRPr sz="2000"/>
            </a:lvl1pPr>
            <a:lvl2pPr>
              <a:defRPr sz="1800"/>
            </a:lvl2pPr>
            <a:lvl3pPr>
              <a:defRPr sz="15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171366761"/>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lumn 2">
    <p:spTree>
      <p:nvGrpSpPr>
        <p:cNvPr id="1" name=""/>
        <p:cNvGrpSpPr/>
        <p:nvPr/>
      </p:nvGrpSpPr>
      <p:grpSpPr>
        <a:xfrm>
          <a:off x="0" y="0"/>
          <a:ext cx="0" cy="0"/>
          <a:chOff x="0" y="0"/>
          <a:chExt cx="0" cy="0"/>
        </a:xfrm>
      </p:grpSpPr>
      <p:sp>
        <p:nvSpPr>
          <p:cNvPr id="5" name="Content Placeholder 3"/>
          <p:cNvSpPr>
            <a:spLocks noGrp="1"/>
          </p:cNvSpPr>
          <p:nvPr>
            <p:ph sz="quarter" idx="16"/>
          </p:nvPr>
        </p:nvSpPr>
        <p:spPr>
          <a:xfrm>
            <a:off x="380361" y="1071015"/>
            <a:ext cx="3995789" cy="3634336"/>
          </a:xfrm>
          <a:prstGeom prst="rect">
            <a:avLst/>
          </a:prstGeom>
        </p:spPr>
        <p:txBody>
          <a:bodyPr/>
          <a:lstStyle>
            <a:lvl1pPr marL="0" indent="0">
              <a:buNone/>
              <a:defRPr sz="2000">
                <a:solidFill>
                  <a:srgbClr val="FFB500"/>
                </a:solidFill>
              </a:defRPr>
            </a:lvl1pPr>
            <a:lvl2pPr>
              <a:defRPr sz="1800"/>
            </a:lvl2pPr>
            <a:lvl3pPr>
              <a:defRPr sz="15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6" name="Content Placeholder 3"/>
          <p:cNvSpPr>
            <a:spLocks noGrp="1"/>
          </p:cNvSpPr>
          <p:nvPr>
            <p:ph sz="quarter" idx="20"/>
          </p:nvPr>
        </p:nvSpPr>
        <p:spPr>
          <a:xfrm>
            <a:off x="4771977" y="1070373"/>
            <a:ext cx="3998020" cy="3634336"/>
          </a:xfrm>
          <a:prstGeom prst="rect">
            <a:avLst/>
          </a:prstGeom>
        </p:spPr>
        <p:txBody>
          <a:bodyPr/>
          <a:lstStyle>
            <a:lvl1pPr marL="0" indent="0">
              <a:buNone/>
              <a:defRPr sz="2000">
                <a:solidFill>
                  <a:srgbClr val="FFB500"/>
                </a:solidFill>
              </a:defRPr>
            </a:lvl1pPr>
            <a:lvl2pPr>
              <a:defRPr sz="1800"/>
            </a:lvl2pPr>
            <a:lvl3pPr>
              <a:defRPr sz="1500"/>
            </a:lvl3pPr>
            <a:lvl4pPr>
              <a:defRPr sz="14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dirty="0"/>
          </a:p>
        </p:txBody>
      </p:sp>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062513525"/>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82930630"/>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grpSp>
        <p:nvGrpSpPr>
          <p:cNvPr id="6" name="Group 5" hidden="1"/>
          <p:cNvGrpSpPr/>
          <p:nvPr userDrawn="1"/>
        </p:nvGrpSpPr>
        <p:grpSpPr>
          <a:xfrm>
            <a:off x="0" y="0"/>
            <a:ext cx="9144000" cy="5143500"/>
            <a:chOff x="0" y="0"/>
            <a:chExt cx="9144000" cy="6858000"/>
          </a:xfrm>
        </p:grpSpPr>
        <p:cxnSp>
          <p:nvCxnSpPr>
            <p:cNvPr id="7" name="Straight Connector 6"/>
            <p:cNvCxnSpPr/>
            <p:nvPr/>
          </p:nvCxnSpPr>
          <p:spPr>
            <a:xfrm>
              <a:off x="455613"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8688388"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31284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32364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5907088"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6016625"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5180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46260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flipH="1">
              <a:off x="0" y="388938"/>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flipH="1">
              <a:off x="0" y="1055688"/>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flipH="1">
              <a:off x="0" y="1162050"/>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0" y="1278439"/>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flipH="1">
              <a:off x="0" y="3427413"/>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H="1">
              <a:off x="0" y="3890963"/>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p:nvCxnSpPr>
          <p:spPr>
            <a:xfrm flipH="1">
              <a:off x="0" y="6492875"/>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H="1">
              <a:off x="0" y="6575425"/>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flipH="1">
              <a:off x="0" y="6704013"/>
              <a:ext cx="9144000" cy="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45720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8737600" y="0"/>
              <a:ext cx="0" cy="6858000"/>
            </a:xfrm>
            <a:prstGeom prst="line">
              <a:avLst/>
            </a:prstGeom>
            <a:ln w="6350">
              <a:solidFill>
                <a:srgbClr val="CBCCCC"/>
              </a:solidFill>
              <a:prstDash val="sysDash"/>
            </a:ln>
          </p:spPr>
          <p:style>
            <a:lnRef idx="1">
              <a:schemeClr val="accent1"/>
            </a:lnRef>
            <a:fillRef idx="0">
              <a:schemeClr val="accent1"/>
            </a:fillRef>
            <a:effectRef idx="0">
              <a:schemeClr val="accent1"/>
            </a:effectRef>
            <a:fontRef idx="minor">
              <a:schemeClr val="tx1"/>
            </a:fontRef>
          </p:style>
        </p:cxnSp>
      </p:grpSp>
      <p:sp>
        <p:nvSpPr>
          <p:cNvPr id="28" name="TextBox 27"/>
          <p:cNvSpPr txBox="1"/>
          <p:nvPr userDrawn="1"/>
        </p:nvSpPr>
        <p:spPr>
          <a:xfrm>
            <a:off x="381003" y="4765687"/>
            <a:ext cx="2451100" cy="213757"/>
          </a:xfrm>
          <a:prstGeom prst="rect">
            <a:avLst/>
          </a:prstGeom>
          <a:noFill/>
        </p:spPr>
        <p:txBody>
          <a:bodyPr wrap="square" lIns="0" tIns="0" rIns="0" bIns="0" rtlCol="0" anchor="b" anchorCtr="0">
            <a:noAutofit/>
          </a:bodyPr>
          <a:lstStyle/>
          <a:p>
            <a:pPr marL="0" marR="0" indent="0" algn="l" defTabSz="914166" rtl="0" eaLnBrk="1" fontAlgn="base" latinLnBrk="0" hangingPunct="1">
              <a:lnSpc>
                <a:spcPct val="100000"/>
              </a:lnSpc>
              <a:spcBef>
                <a:spcPct val="0"/>
              </a:spcBef>
              <a:spcAft>
                <a:spcPct val="0"/>
              </a:spcAft>
              <a:buClrTx/>
              <a:buSzTx/>
              <a:buFontTx/>
              <a:buNone/>
              <a:tabLst/>
              <a:defRPr/>
            </a:pPr>
            <a:r>
              <a:rPr lang="en-US" sz="800" dirty="0">
                <a:solidFill>
                  <a:schemeClr val="bg1">
                    <a:lumMod val="50000"/>
                  </a:schemeClr>
                </a:solidFill>
                <a:latin typeface="Arial" pitchFamily="34" charset="0"/>
                <a:cs typeface="Arial" pitchFamily="34" charset="0"/>
              </a:rPr>
              <a:t>Copyright © 2016 Accenture  All rights reserved.</a:t>
            </a:r>
          </a:p>
        </p:txBody>
      </p:sp>
      <p:sp>
        <p:nvSpPr>
          <p:cNvPr id="29" name="TextBox 28"/>
          <p:cNvSpPr txBox="1"/>
          <p:nvPr userDrawn="1"/>
        </p:nvSpPr>
        <p:spPr>
          <a:xfrm>
            <a:off x="6318252" y="4765687"/>
            <a:ext cx="2451100" cy="213757"/>
          </a:xfrm>
          <a:prstGeom prst="rect">
            <a:avLst/>
          </a:prstGeom>
          <a:noFill/>
        </p:spPr>
        <p:txBody>
          <a:bodyPr wrap="square" lIns="0" tIns="0" rIns="0" bIns="0" rtlCol="0" anchor="b" anchorCtr="0">
            <a:noAutofit/>
          </a:bodyPr>
          <a:lstStyle/>
          <a:p>
            <a:pPr marL="0" marR="0" indent="0" algn="r" defTabSz="914166" rtl="0" eaLnBrk="1" fontAlgn="base" latinLnBrk="0" hangingPunct="1">
              <a:lnSpc>
                <a:spcPct val="100000"/>
              </a:lnSpc>
              <a:spcBef>
                <a:spcPct val="0"/>
              </a:spcBef>
              <a:spcAft>
                <a:spcPct val="0"/>
              </a:spcAft>
              <a:buClrTx/>
              <a:buSzTx/>
              <a:buFontTx/>
              <a:buNone/>
              <a:tabLst/>
              <a:defRPr/>
            </a:pPr>
            <a:fld id="{C55CEDFA-A6BA-4442-9084-8B31DC7F089C}" type="slidenum">
              <a:rPr lang="en-US" sz="800" smtClean="0">
                <a:solidFill>
                  <a:schemeClr val="bg1">
                    <a:lumMod val="50000"/>
                  </a:schemeClr>
                </a:solidFill>
                <a:latin typeface="Arial" pitchFamily="34" charset="0"/>
                <a:cs typeface="Arial" pitchFamily="34" charset="0"/>
              </a:rPr>
              <a:pPr marL="0" marR="0" indent="0" algn="r" defTabSz="914166" rtl="0" eaLnBrk="1" fontAlgn="base" latinLnBrk="0" hangingPunct="1">
                <a:lnSpc>
                  <a:spcPct val="100000"/>
                </a:lnSpc>
                <a:spcBef>
                  <a:spcPct val="0"/>
                </a:spcBef>
                <a:spcAft>
                  <a:spcPct val="0"/>
                </a:spcAft>
                <a:buClrTx/>
                <a:buSzTx/>
                <a:buFontTx/>
                <a:buNone/>
                <a:tabLst/>
                <a:defRPr/>
              </a:pPr>
              <a:t>‹#›</a:t>
            </a:fld>
            <a:endParaRPr lang="en-US" sz="900" dirty="0">
              <a:solidFill>
                <a:schemeClr val="bg1">
                  <a:lumMod val="50000"/>
                </a:schemeClr>
              </a:solidFill>
              <a:latin typeface="Arial" pitchFamily="34" charset="0"/>
              <a:cs typeface="Arial" pitchFamily="34" charset="0"/>
            </a:endParaRPr>
          </a:p>
        </p:txBody>
      </p:sp>
    </p:spTree>
    <p:extLst>
      <p:ext uri="{BB962C8B-B14F-4D97-AF65-F5344CB8AC3E}">
        <p14:creationId xmlns:p14="http://schemas.microsoft.com/office/powerpoint/2010/main" val="13474202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Slide Option 1_Chrome Yellow">
    <p:bg bwMode="auto">
      <p:bgPr>
        <a:solidFill>
          <a:srgbClr val="FFB500"/>
        </a:solidFill>
        <a:effectLst/>
      </p:bgPr>
    </p:bg>
    <p:spTree>
      <p:nvGrpSpPr>
        <p:cNvPr id="1" name=""/>
        <p:cNvGrpSpPr/>
        <p:nvPr/>
      </p:nvGrpSpPr>
      <p:grpSpPr>
        <a:xfrm>
          <a:off x="0" y="0"/>
          <a:ext cx="0" cy="0"/>
          <a:chOff x="0" y="0"/>
          <a:chExt cx="0" cy="0"/>
        </a:xfrm>
      </p:grpSpPr>
      <p:graphicFrame>
        <p:nvGraphicFramePr>
          <p:cNvPr id="14" name="Objekt 13" hidden="1"/>
          <p:cNvGraphicFramePr>
            <a:graphicFrameLocks/>
          </p:cNvGraphicFramePr>
          <p:nvPr>
            <p:custDataLst>
              <p:tags r:id="rId2"/>
            </p:custDataLst>
          </p:nvPr>
        </p:nvGraphicFramePr>
        <p:xfrm>
          <a:off x="1" y="15"/>
          <a:ext cx="158750" cy="119063"/>
        </p:xfrm>
        <a:graphic>
          <a:graphicData uri="http://schemas.openxmlformats.org/presentationml/2006/ole">
            <mc:AlternateContent xmlns:mc="http://schemas.openxmlformats.org/markup-compatibility/2006">
              <mc:Choice xmlns:v="urn:schemas-microsoft-com:vml" Requires="v">
                <p:oleObj spid="_x0000_s15896" name="think-cell Slide" r:id="rId4" imgW="0" imgH="0" progId="">
                  <p:embed/>
                </p:oleObj>
              </mc:Choice>
              <mc:Fallback>
                <p:oleObj name="think-cell Slide" r:id="rId4" imgW="0" imgH="0" progId="">
                  <p:embed/>
                  <p:pic>
                    <p:nvPicPr>
                      <p:cNvPr id="0" name="AutoShape 4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 y="15"/>
                        <a:ext cx="158750"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Title 1"/>
          <p:cNvSpPr>
            <a:spLocks noGrp="1"/>
          </p:cNvSpPr>
          <p:nvPr>
            <p:ph type="ctrTitle" hasCustomPrompt="1"/>
          </p:nvPr>
        </p:nvSpPr>
        <p:spPr>
          <a:xfrm>
            <a:off x="374006" y="2570560"/>
            <a:ext cx="8395995" cy="872100"/>
          </a:xfrm>
          <a:prstGeom prst="rect">
            <a:avLst/>
          </a:prstGeom>
        </p:spPr>
        <p:txBody>
          <a:bodyPr lIns="0" tIns="0" anchor="b" anchorCtr="0">
            <a:noAutofit/>
          </a:bodyPr>
          <a:lstStyle>
            <a:lvl1pPr algn="l">
              <a:lnSpc>
                <a:spcPct val="100000"/>
              </a:lnSpc>
              <a:defRPr sz="2700" b="0" spc="0" baseline="0">
                <a:solidFill>
                  <a:srgbClr val="000000"/>
                </a:solidFill>
                <a:latin typeface="+mj-lt"/>
                <a:cs typeface="Arial" pitchFamily="34" charset="0"/>
              </a:defRPr>
            </a:lvl1pPr>
          </a:lstStyle>
          <a:p>
            <a:r>
              <a:rPr lang="en-US" dirty="0"/>
              <a:t>Master Divider Slide Headline</a:t>
            </a:r>
            <a:endParaRPr lang="en-GB" dirty="0"/>
          </a:p>
        </p:txBody>
      </p:sp>
      <p:sp>
        <p:nvSpPr>
          <p:cNvPr id="8" name="TextBox 7"/>
          <p:cNvSpPr txBox="1"/>
          <p:nvPr userDrawn="1"/>
        </p:nvSpPr>
        <p:spPr>
          <a:xfrm>
            <a:off x="6318252" y="4765687"/>
            <a:ext cx="2451100" cy="213757"/>
          </a:xfrm>
          <a:prstGeom prst="rect">
            <a:avLst/>
          </a:prstGeom>
          <a:noFill/>
        </p:spPr>
        <p:txBody>
          <a:bodyPr wrap="square" lIns="0" tIns="0" rIns="0" bIns="0" rtlCol="0" anchor="b" anchorCtr="0">
            <a:noAutofit/>
          </a:bodyPr>
          <a:lstStyle/>
          <a:p>
            <a:pPr marL="0" marR="0" indent="0" algn="r" defTabSz="914166" rtl="0" eaLnBrk="1" fontAlgn="base" latinLnBrk="0" hangingPunct="1">
              <a:lnSpc>
                <a:spcPct val="100000"/>
              </a:lnSpc>
              <a:spcBef>
                <a:spcPct val="0"/>
              </a:spcBef>
              <a:spcAft>
                <a:spcPct val="0"/>
              </a:spcAft>
              <a:buClrTx/>
              <a:buSzTx/>
              <a:buFontTx/>
              <a:buNone/>
              <a:tabLst/>
              <a:defRPr/>
            </a:pPr>
            <a:fld id="{C55CEDFA-A6BA-4442-9084-8B31DC7F089C}" type="slidenum">
              <a:rPr lang="en-US" sz="800" smtClean="0">
                <a:solidFill>
                  <a:srgbClr val="000000"/>
                </a:solidFill>
                <a:latin typeface="Arial" pitchFamily="34" charset="0"/>
                <a:cs typeface="Arial" pitchFamily="34" charset="0"/>
              </a:rPr>
              <a:pPr marL="0" marR="0" indent="0" algn="r" defTabSz="914166" rtl="0" eaLnBrk="1" fontAlgn="base" latinLnBrk="0" hangingPunct="1">
                <a:lnSpc>
                  <a:spcPct val="100000"/>
                </a:lnSpc>
                <a:spcBef>
                  <a:spcPct val="0"/>
                </a:spcBef>
                <a:spcAft>
                  <a:spcPct val="0"/>
                </a:spcAft>
                <a:buClrTx/>
                <a:buSzTx/>
                <a:buFontTx/>
                <a:buNone/>
                <a:tabLst/>
                <a:defRPr/>
              </a:pPr>
              <a:t>‹#›</a:t>
            </a:fld>
            <a:endParaRPr lang="en-US" sz="900" dirty="0">
              <a:solidFill>
                <a:srgbClr val="000000"/>
              </a:solidFill>
              <a:latin typeface="Arial" pitchFamily="34" charset="0"/>
              <a:cs typeface="Arial" pitchFamily="34" charset="0"/>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Slide Option 2_Sky Blue">
    <p:bg bwMode="auto">
      <p:bgPr>
        <a:solidFill>
          <a:srgbClr val="408FCD"/>
        </a:solidFill>
        <a:effectLst/>
      </p:bgPr>
    </p:bg>
    <p:spTree>
      <p:nvGrpSpPr>
        <p:cNvPr id="1" name=""/>
        <p:cNvGrpSpPr/>
        <p:nvPr/>
      </p:nvGrpSpPr>
      <p:grpSpPr>
        <a:xfrm>
          <a:off x="0" y="0"/>
          <a:ext cx="0" cy="0"/>
          <a:chOff x="0" y="0"/>
          <a:chExt cx="0" cy="0"/>
        </a:xfrm>
      </p:grpSpPr>
      <p:graphicFrame>
        <p:nvGraphicFramePr>
          <p:cNvPr id="14" name="Objekt 13" hidden="1"/>
          <p:cNvGraphicFramePr>
            <a:graphicFrameLocks/>
          </p:cNvGraphicFramePr>
          <p:nvPr>
            <p:custDataLst>
              <p:tags r:id="rId2"/>
            </p:custDataLst>
          </p:nvPr>
        </p:nvGraphicFramePr>
        <p:xfrm>
          <a:off x="1" y="15"/>
          <a:ext cx="158750" cy="119063"/>
        </p:xfrm>
        <a:graphic>
          <a:graphicData uri="http://schemas.openxmlformats.org/presentationml/2006/ole">
            <mc:AlternateContent xmlns:mc="http://schemas.openxmlformats.org/markup-compatibility/2006">
              <mc:Choice xmlns:v="urn:schemas-microsoft-com:vml" Requires="v">
                <p:oleObj spid="_x0000_s16920" name="think-cell Slide" r:id="rId4" imgW="0" imgH="0" progId="">
                  <p:embed/>
                </p:oleObj>
              </mc:Choice>
              <mc:Fallback>
                <p:oleObj name="think-cell Slide" r:id="rId4" imgW="0" imgH="0" progId="">
                  <p:embed/>
                  <p:pic>
                    <p:nvPicPr>
                      <p:cNvPr id="0" name="AutoShape 4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 y="15"/>
                        <a:ext cx="158750"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itle 1"/>
          <p:cNvSpPr>
            <a:spLocks noGrp="1"/>
          </p:cNvSpPr>
          <p:nvPr>
            <p:ph type="ctrTitle" hasCustomPrompt="1"/>
          </p:nvPr>
        </p:nvSpPr>
        <p:spPr>
          <a:xfrm>
            <a:off x="374006" y="2570560"/>
            <a:ext cx="8395995" cy="872100"/>
          </a:xfrm>
          <a:prstGeom prst="rect">
            <a:avLst/>
          </a:prstGeom>
        </p:spPr>
        <p:txBody>
          <a:bodyPr lIns="0" tIns="0" anchor="b" anchorCtr="0">
            <a:noAutofit/>
          </a:bodyPr>
          <a:lstStyle>
            <a:lvl1pPr algn="l">
              <a:lnSpc>
                <a:spcPct val="100000"/>
              </a:lnSpc>
              <a:defRPr sz="2700" b="0" spc="0" baseline="0">
                <a:solidFill>
                  <a:srgbClr val="FFB500"/>
                </a:solidFill>
                <a:latin typeface="+mj-lt"/>
                <a:cs typeface="Arial" pitchFamily="34" charset="0"/>
              </a:defRPr>
            </a:lvl1pPr>
          </a:lstStyle>
          <a:p>
            <a:r>
              <a:rPr lang="en-US" dirty="0"/>
              <a:t>Master Divider Slide Headline</a:t>
            </a:r>
            <a:endParaRPr lang="en-GB" dirty="0"/>
          </a:p>
        </p:txBody>
      </p:sp>
      <p:sp>
        <p:nvSpPr>
          <p:cNvPr id="11" name="TextBox 10"/>
          <p:cNvSpPr txBox="1"/>
          <p:nvPr userDrawn="1"/>
        </p:nvSpPr>
        <p:spPr>
          <a:xfrm>
            <a:off x="6318252" y="4765687"/>
            <a:ext cx="2451100" cy="213757"/>
          </a:xfrm>
          <a:prstGeom prst="rect">
            <a:avLst/>
          </a:prstGeom>
          <a:noFill/>
        </p:spPr>
        <p:txBody>
          <a:bodyPr wrap="square" lIns="0" tIns="0" rIns="0" bIns="0" rtlCol="0" anchor="b" anchorCtr="0">
            <a:noAutofit/>
          </a:bodyPr>
          <a:lstStyle/>
          <a:p>
            <a:pPr marL="0" marR="0" indent="0" algn="r" defTabSz="914166" rtl="0" eaLnBrk="1" fontAlgn="base" latinLnBrk="0" hangingPunct="1">
              <a:lnSpc>
                <a:spcPct val="100000"/>
              </a:lnSpc>
              <a:spcBef>
                <a:spcPct val="0"/>
              </a:spcBef>
              <a:spcAft>
                <a:spcPct val="0"/>
              </a:spcAft>
              <a:buClrTx/>
              <a:buSzTx/>
              <a:buFontTx/>
              <a:buNone/>
              <a:tabLst/>
              <a:defRPr/>
            </a:pPr>
            <a:fld id="{C55CEDFA-A6BA-4442-9084-8B31DC7F089C}" type="slidenum">
              <a:rPr lang="en-US" sz="800" smtClean="0">
                <a:solidFill>
                  <a:srgbClr val="FFB500"/>
                </a:solidFill>
                <a:latin typeface="Arial" pitchFamily="34" charset="0"/>
                <a:cs typeface="Arial" pitchFamily="34" charset="0"/>
              </a:rPr>
              <a:pPr marL="0" marR="0" indent="0" algn="r" defTabSz="914166" rtl="0" eaLnBrk="1" fontAlgn="base" latinLnBrk="0" hangingPunct="1">
                <a:lnSpc>
                  <a:spcPct val="100000"/>
                </a:lnSpc>
                <a:spcBef>
                  <a:spcPct val="0"/>
                </a:spcBef>
                <a:spcAft>
                  <a:spcPct val="0"/>
                </a:spcAft>
                <a:buClrTx/>
                <a:buSzTx/>
                <a:buFontTx/>
                <a:buNone/>
                <a:tabLst/>
                <a:defRPr/>
              </a:pPr>
              <a:t>‹#›</a:t>
            </a:fld>
            <a:endParaRPr lang="en-US" sz="900" dirty="0">
              <a:solidFill>
                <a:srgbClr val="FFB500"/>
              </a:solidFill>
              <a:latin typeface="Arial" pitchFamily="34" charset="0"/>
              <a:cs typeface="Arial" pitchFamily="34" charset="0"/>
            </a:endParaRPr>
          </a:p>
        </p:txBody>
      </p:sp>
    </p:spTree>
    <p:extLst>
      <p:ext uri="{BB962C8B-B14F-4D97-AF65-F5344CB8AC3E}">
        <p14:creationId xmlns:p14="http://schemas.microsoft.com/office/powerpoint/2010/main" val="36208269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Slide Option 3_Sea Green">
    <p:bg bwMode="auto">
      <p:bgPr>
        <a:solidFill>
          <a:srgbClr val="008899"/>
        </a:solidFill>
        <a:effectLst/>
      </p:bgPr>
    </p:bg>
    <p:spTree>
      <p:nvGrpSpPr>
        <p:cNvPr id="1" name=""/>
        <p:cNvGrpSpPr/>
        <p:nvPr/>
      </p:nvGrpSpPr>
      <p:grpSpPr>
        <a:xfrm>
          <a:off x="0" y="0"/>
          <a:ext cx="0" cy="0"/>
          <a:chOff x="0" y="0"/>
          <a:chExt cx="0" cy="0"/>
        </a:xfrm>
      </p:grpSpPr>
      <p:graphicFrame>
        <p:nvGraphicFramePr>
          <p:cNvPr id="14" name="Objekt 13" hidden="1"/>
          <p:cNvGraphicFramePr>
            <a:graphicFrameLocks/>
          </p:cNvGraphicFramePr>
          <p:nvPr>
            <p:custDataLst>
              <p:tags r:id="rId2"/>
            </p:custDataLst>
          </p:nvPr>
        </p:nvGraphicFramePr>
        <p:xfrm>
          <a:off x="1" y="15"/>
          <a:ext cx="158750" cy="119063"/>
        </p:xfrm>
        <a:graphic>
          <a:graphicData uri="http://schemas.openxmlformats.org/presentationml/2006/ole">
            <mc:AlternateContent xmlns:mc="http://schemas.openxmlformats.org/markup-compatibility/2006">
              <mc:Choice xmlns:v="urn:schemas-microsoft-com:vml" Requires="v">
                <p:oleObj spid="_x0000_s17944" name="think-cell Slide" r:id="rId4" imgW="0" imgH="0" progId="">
                  <p:embed/>
                </p:oleObj>
              </mc:Choice>
              <mc:Fallback>
                <p:oleObj name="think-cell Slide" r:id="rId4" imgW="0" imgH="0" progId="">
                  <p:embed/>
                  <p:pic>
                    <p:nvPicPr>
                      <p:cNvPr id="0" name="AutoShape 4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 y="15"/>
                        <a:ext cx="158750"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itle 1"/>
          <p:cNvSpPr>
            <a:spLocks noGrp="1"/>
          </p:cNvSpPr>
          <p:nvPr>
            <p:ph type="ctrTitle" hasCustomPrompt="1"/>
          </p:nvPr>
        </p:nvSpPr>
        <p:spPr>
          <a:xfrm>
            <a:off x="374006" y="2570560"/>
            <a:ext cx="8395995" cy="872100"/>
          </a:xfrm>
          <a:prstGeom prst="rect">
            <a:avLst/>
          </a:prstGeom>
        </p:spPr>
        <p:txBody>
          <a:bodyPr lIns="0" tIns="0" anchor="b" anchorCtr="0">
            <a:noAutofit/>
          </a:bodyPr>
          <a:lstStyle>
            <a:lvl1pPr algn="l">
              <a:lnSpc>
                <a:spcPct val="100000"/>
              </a:lnSpc>
              <a:defRPr sz="2700" b="0" spc="0" baseline="0">
                <a:solidFill>
                  <a:srgbClr val="FFB500"/>
                </a:solidFill>
                <a:latin typeface="+mj-lt"/>
                <a:cs typeface="Arial" pitchFamily="34" charset="0"/>
              </a:defRPr>
            </a:lvl1pPr>
          </a:lstStyle>
          <a:p>
            <a:r>
              <a:rPr lang="en-US" dirty="0"/>
              <a:t>Master Divider Slide Headline</a:t>
            </a:r>
            <a:endParaRPr lang="en-GB" dirty="0"/>
          </a:p>
        </p:txBody>
      </p:sp>
      <p:sp>
        <p:nvSpPr>
          <p:cNvPr id="11" name="TextBox 10"/>
          <p:cNvSpPr txBox="1"/>
          <p:nvPr userDrawn="1"/>
        </p:nvSpPr>
        <p:spPr>
          <a:xfrm>
            <a:off x="6318252" y="4765687"/>
            <a:ext cx="2451100" cy="213757"/>
          </a:xfrm>
          <a:prstGeom prst="rect">
            <a:avLst/>
          </a:prstGeom>
          <a:noFill/>
        </p:spPr>
        <p:txBody>
          <a:bodyPr wrap="square" lIns="0" tIns="0" rIns="0" bIns="0" rtlCol="0" anchor="b" anchorCtr="0">
            <a:noAutofit/>
          </a:bodyPr>
          <a:lstStyle/>
          <a:p>
            <a:pPr marL="0" marR="0" indent="0" algn="r" defTabSz="914166" rtl="0" eaLnBrk="1" fontAlgn="base" latinLnBrk="0" hangingPunct="1">
              <a:lnSpc>
                <a:spcPct val="100000"/>
              </a:lnSpc>
              <a:spcBef>
                <a:spcPct val="0"/>
              </a:spcBef>
              <a:spcAft>
                <a:spcPct val="0"/>
              </a:spcAft>
              <a:buClrTx/>
              <a:buSzTx/>
              <a:buFontTx/>
              <a:buNone/>
              <a:tabLst/>
              <a:defRPr/>
            </a:pPr>
            <a:fld id="{C55CEDFA-A6BA-4442-9084-8B31DC7F089C}" type="slidenum">
              <a:rPr lang="en-US" sz="800" smtClean="0">
                <a:solidFill>
                  <a:srgbClr val="FFB500"/>
                </a:solidFill>
                <a:latin typeface="Arial" pitchFamily="34" charset="0"/>
                <a:cs typeface="Arial" pitchFamily="34" charset="0"/>
              </a:rPr>
              <a:pPr marL="0" marR="0" indent="0" algn="r" defTabSz="914166" rtl="0" eaLnBrk="1" fontAlgn="base" latinLnBrk="0" hangingPunct="1">
                <a:lnSpc>
                  <a:spcPct val="100000"/>
                </a:lnSpc>
                <a:spcBef>
                  <a:spcPct val="0"/>
                </a:spcBef>
                <a:spcAft>
                  <a:spcPct val="0"/>
                </a:spcAft>
                <a:buClrTx/>
                <a:buSzTx/>
                <a:buFontTx/>
                <a:buNone/>
                <a:tabLst/>
                <a:defRPr/>
              </a:pPr>
              <a:t>‹#›</a:t>
            </a:fld>
            <a:endParaRPr lang="en-US" sz="900" dirty="0">
              <a:solidFill>
                <a:srgbClr val="FFB500"/>
              </a:solidFill>
              <a:latin typeface="Arial" pitchFamily="34" charset="0"/>
              <a:cs typeface="Arial" pitchFamily="34" charset="0"/>
            </a:endParaRPr>
          </a:p>
        </p:txBody>
      </p:sp>
    </p:spTree>
    <p:extLst>
      <p:ext uri="{BB962C8B-B14F-4D97-AF65-F5344CB8AC3E}">
        <p14:creationId xmlns:p14="http://schemas.microsoft.com/office/powerpoint/2010/main" val="12800699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Divider Slide Option 4_Dark Gray">
    <p:bg bwMode="auto">
      <p:bgPr>
        <a:solidFill>
          <a:srgbClr val="666666"/>
        </a:solidFill>
        <a:effectLst/>
      </p:bgPr>
    </p:bg>
    <p:spTree>
      <p:nvGrpSpPr>
        <p:cNvPr id="1" name=""/>
        <p:cNvGrpSpPr/>
        <p:nvPr/>
      </p:nvGrpSpPr>
      <p:grpSpPr>
        <a:xfrm>
          <a:off x="0" y="0"/>
          <a:ext cx="0" cy="0"/>
          <a:chOff x="0" y="0"/>
          <a:chExt cx="0" cy="0"/>
        </a:xfrm>
      </p:grpSpPr>
      <p:graphicFrame>
        <p:nvGraphicFramePr>
          <p:cNvPr id="14" name="Objekt 13" hidden="1"/>
          <p:cNvGraphicFramePr>
            <a:graphicFrameLocks/>
          </p:cNvGraphicFramePr>
          <p:nvPr>
            <p:custDataLst>
              <p:tags r:id="rId2"/>
            </p:custDataLst>
          </p:nvPr>
        </p:nvGraphicFramePr>
        <p:xfrm>
          <a:off x="1" y="15"/>
          <a:ext cx="158750" cy="119063"/>
        </p:xfrm>
        <a:graphic>
          <a:graphicData uri="http://schemas.openxmlformats.org/presentationml/2006/ole">
            <mc:AlternateContent xmlns:mc="http://schemas.openxmlformats.org/markup-compatibility/2006">
              <mc:Choice xmlns:v="urn:schemas-microsoft-com:vml" Requires="v">
                <p:oleObj spid="_x0000_s18968" name="think-cell Slide" r:id="rId4" imgW="0" imgH="0" progId="">
                  <p:embed/>
                </p:oleObj>
              </mc:Choice>
              <mc:Fallback>
                <p:oleObj name="think-cell Slide" r:id="rId4" imgW="0" imgH="0" progId="">
                  <p:embed/>
                  <p:pic>
                    <p:nvPicPr>
                      <p:cNvPr id="0" name="AutoShape 4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 y="15"/>
                        <a:ext cx="158750"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Title 1"/>
          <p:cNvSpPr>
            <a:spLocks noGrp="1"/>
          </p:cNvSpPr>
          <p:nvPr>
            <p:ph type="ctrTitle" hasCustomPrompt="1"/>
          </p:nvPr>
        </p:nvSpPr>
        <p:spPr>
          <a:xfrm>
            <a:off x="374006" y="2570560"/>
            <a:ext cx="8395995" cy="872100"/>
          </a:xfrm>
          <a:prstGeom prst="rect">
            <a:avLst/>
          </a:prstGeom>
        </p:spPr>
        <p:txBody>
          <a:bodyPr lIns="0" tIns="0" anchor="b" anchorCtr="0">
            <a:noAutofit/>
          </a:bodyPr>
          <a:lstStyle>
            <a:lvl1pPr algn="l">
              <a:lnSpc>
                <a:spcPct val="100000"/>
              </a:lnSpc>
              <a:defRPr sz="2700" b="0" spc="0" baseline="0">
                <a:solidFill>
                  <a:srgbClr val="FFB500"/>
                </a:solidFill>
                <a:latin typeface="+mj-lt"/>
                <a:cs typeface="Arial" pitchFamily="34" charset="0"/>
              </a:defRPr>
            </a:lvl1pPr>
          </a:lstStyle>
          <a:p>
            <a:r>
              <a:rPr lang="en-US" dirty="0"/>
              <a:t>Master Divider Slide Headline</a:t>
            </a:r>
            <a:endParaRPr lang="en-GB" dirty="0"/>
          </a:p>
        </p:txBody>
      </p:sp>
      <p:sp>
        <p:nvSpPr>
          <p:cNvPr id="11" name="TextBox 10"/>
          <p:cNvSpPr txBox="1"/>
          <p:nvPr userDrawn="1"/>
        </p:nvSpPr>
        <p:spPr>
          <a:xfrm>
            <a:off x="6318252" y="4765687"/>
            <a:ext cx="2451100" cy="213757"/>
          </a:xfrm>
          <a:prstGeom prst="rect">
            <a:avLst/>
          </a:prstGeom>
          <a:noFill/>
        </p:spPr>
        <p:txBody>
          <a:bodyPr wrap="square" lIns="0" tIns="0" rIns="0" bIns="0" rtlCol="0" anchor="b" anchorCtr="0">
            <a:noAutofit/>
          </a:bodyPr>
          <a:lstStyle/>
          <a:p>
            <a:pPr marL="0" marR="0" indent="0" algn="r" defTabSz="914166" rtl="0" eaLnBrk="1" fontAlgn="base" latinLnBrk="0" hangingPunct="1">
              <a:lnSpc>
                <a:spcPct val="100000"/>
              </a:lnSpc>
              <a:spcBef>
                <a:spcPct val="0"/>
              </a:spcBef>
              <a:spcAft>
                <a:spcPct val="0"/>
              </a:spcAft>
              <a:buClrTx/>
              <a:buSzTx/>
              <a:buFontTx/>
              <a:buNone/>
              <a:tabLst/>
              <a:defRPr/>
            </a:pPr>
            <a:fld id="{C55CEDFA-A6BA-4442-9084-8B31DC7F089C}" type="slidenum">
              <a:rPr lang="en-US" sz="800" smtClean="0">
                <a:solidFill>
                  <a:srgbClr val="FFB500"/>
                </a:solidFill>
                <a:latin typeface="Arial" pitchFamily="34" charset="0"/>
                <a:cs typeface="Arial" pitchFamily="34" charset="0"/>
              </a:rPr>
              <a:pPr marL="0" marR="0" indent="0" algn="r" defTabSz="914166" rtl="0" eaLnBrk="1" fontAlgn="base" latinLnBrk="0" hangingPunct="1">
                <a:lnSpc>
                  <a:spcPct val="100000"/>
                </a:lnSpc>
                <a:spcBef>
                  <a:spcPct val="0"/>
                </a:spcBef>
                <a:spcAft>
                  <a:spcPct val="0"/>
                </a:spcAft>
                <a:buClrTx/>
                <a:buSzTx/>
                <a:buFontTx/>
                <a:buNone/>
                <a:tabLst/>
                <a:defRPr/>
              </a:pPr>
              <a:t>‹#›</a:t>
            </a:fld>
            <a:endParaRPr lang="en-US" sz="800" dirty="0">
              <a:solidFill>
                <a:srgbClr val="FFB500"/>
              </a:solidFill>
              <a:latin typeface="Arial" pitchFamily="34" charset="0"/>
              <a:cs typeface="Arial" pitchFamily="34" charset="0"/>
            </a:endParaRPr>
          </a:p>
        </p:txBody>
      </p:sp>
    </p:spTree>
    <p:extLst>
      <p:ext uri="{BB962C8B-B14F-4D97-AF65-F5344CB8AC3E}">
        <p14:creationId xmlns:p14="http://schemas.microsoft.com/office/powerpoint/2010/main" val="320932022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Divider Slide Option 5_Ink Blue">
    <p:bg bwMode="auto">
      <p:bgPr>
        <a:solidFill>
          <a:srgbClr val="003344"/>
        </a:solidFill>
        <a:effectLst/>
      </p:bgPr>
    </p:bg>
    <p:spTree>
      <p:nvGrpSpPr>
        <p:cNvPr id="1" name=""/>
        <p:cNvGrpSpPr/>
        <p:nvPr/>
      </p:nvGrpSpPr>
      <p:grpSpPr>
        <a:xfrm>
          <a:off x="0" y="0"/>
          <a:ext cx="0" cy="0"/>
          <a:chOff x="0" y="0"/>
          <a:chExt cx="0" cy="0"/>
        </a:xfrm>
      </p:grpSpPr>
      <p:graphicFrame>
        <p:nvGraphicFramePr>
          <p:cNvPr id="14" name="Objekt 13" hidden="1"/>
          <p:cNvGraphicFramePr>
            <a:graphicFrameLocks/>
          </p:cNvGraphicFramePr>
          <p:nvPr>
            <p:custDataLst>
              <p:tags r:id="rId2"/>
            </p:custDataLst>
          </p:nvPr>
        </p:nvGraphicFramePr>
        <p:xfrm>
          <a:off x="1" y="15"/>
          <a:ext cx="158750" cy="119063"/>
        </p:xfrm>
        <a:graphic>
          <a:graphicData uri="http://schemas.openxmlformats.org/presentationml/2006/ole">
            <mc:AlternateContent xmlns:mc="http://schemas.openxmlformats.org/markup-compatibility/2006">
              <mc:Choice xmlns:v="urn:schemas-microsoft-com:vml" Requires="v">
                <p:oleObj spid="_x0000_s19992" name="think-cell Slide" r:id="rId4" imgW="0" imgH="0" progId="">
                  <p:embed/>
                </p:oleObj>
              </mc:Choice>
              <mc:Fallback>
                <p:oleObj name="think-cell Slide" r:id="rId4" imgW="0" imgH="0" progId="">
                  <p:embed/>
                  <p:pic>
                    <p:nvPicPr>
                      <p:cNvPr id="0" name="AutoShape 4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 y="15"/>
                        <a:ext cx="158750"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itle 1"/>
          <p:cNvSpPr>
            <a:spLocks noGrp="1"/>
          </p:cNvSpPr>
          <p:nvPr>
            <p:ph type="ctrTitle" hasCustomPrompt="1"/>
          </p:nvPr>
        </p:nvSpPr>
        <p:spPr>
          <a:xfrm>
            <a:off x="374006" y="2570560"/>
            <a:ext cx="8395995" cy="872100"/>
          </a:xfrm>
          <a:prstGeom prst="rect">
            <a:avLst/>
          </a:prstGeom>
        </p:spPr>
        <p:txBody>
          <a:bodyPr lIns="0" tIns="0" anchor="b" anchorCtr="0">
            <a:noAutofit/>
          </a:bodyPr>
          <a:lstStyle>
            <a:lvl1pPr algn="l">
              <a:lnSpc>
                <a:spcPct val="100000"/>
              </a:lnSpc>
              <a:defRPr sz="2700" b="0" spc="0" baseline="0">
                <a:solidFill>
                  <a:srgbClr val="FFB500"/>
                </a:solidFill>
                <a:latin typeface="+mj-lt"/>
                <a:cs typeface="Arial" pitchFamily="34" charset="0"/>
              </a:defRPr>
            </a:lvl1pPr>
          </a:lstStyle>
          <a:p>
            <a:r>
              <a:rPr lang="en-US" dirty="0"/>
              <a:t>Master Divider Slide Headline</a:t>
            </a:r>
            <a:endParaRPr lang="en-GB" dirty="0"/>
          </a:p>
        </p:txBody>
      </p:sp>
      <p:sp>
        <p:nvSpPr>
          <p:cNvPr id="9" name="TextBox 8"/>
          <p:cNvSpPr txBox="1"/>
          <p:nvPr userDrawn="1"/>
        </p:nvSpPr>
        <p:spPr>
          <a:xfrm>
            <a:off x="6318252" y="4765687"/>
            <a:ext cx="2451100" cy="213757"/>
          </a:xfrm>
          <a:prstGeom prst="rect">
            <a:avLst/>
          </a:prstGeom>
          <a:noFill/>
        </p:spPr>
        <p:txBody>
          <a:bodyPr wrap="square" lIns="0" tIns="0" rIns="0" bIns="0" rtlCol="0" anchor="b" anchorCtr="0">
            <a:noAutofit/>
          </a:bodyPr>
          <a:lstStyle/>
          <a:p>
            <a:pPr marL="0" marR="0" indent="0" algn="r" defTabSz="914166" rtl="0" eaLnBrk="1" fontAlgn="base" latinLnBrk="0" hangingPunct="1">
              <a:lnSpc>
                <a:spcPct val="100000"/>
              </a:lnSpc>
              <a:spcBef>
                <a:spcPct val="0"/>
              </a:spcBef>
              <a:spcAft>
                <a:spcPct val="0"/>
              </a:spcAft>
              <a:buClrTx/>
              <a:buSzTx/>
              <a:buFontTx/>
              <a:buNone/>
              <a:tabLst/>
              <a:defRPr/>
            </a:pPr>
            <a:fld id="{C55CEDFA-A6BA-4442-9084-8B31DC7F089C}" type="slidenum">
              <a:rPr lang="en-US" sz="800" smtClean="0">
                <a:solidFill>
                  <a:srgbClr val="FFB500"/>
                </a:solidFill>
                <a:latin typeface="Arial" pitchFamily="34" charset="0"/>
                <a:cs typeface="Arial" pitchFamily="34" charset="0"/>
              </a:rPr>
              <a:pPr marL="0" marR="0" indent="0" algn="r" defTabSz="914166" rtl="0" eaLnBrk="1" fontAlgn="base" latinLnBrk="0" hangingPunct="1">
                <a:lnSpc>
                  <a:spcPct val="100000"/>
                </a:lnSpc>
                <a:spcBef>
                  <a:spcPct val="0"/>
                </a:spcBef>
                <a:spcAft>
                  <a:spcPct val="0"/>
                </a:spcAft>
                <a:buClrTx/>
                <a:buSzTx/>
                <a:buFontTx/>
                <a:buNone/>
                <a:tabLst/>
                <a:defRPr/>
              </a:pPr>
              <a:t>‹#›</a:t>
            </a:fld>
            <a:endParaRPr lang="en-US" sz="900" dirty="0">
              <a:solidFill>
                <a:srgbClr val="FFB500"/>
              </a:solidFill>
              <a:latin typeface="Arial" pitchFamily="34" charset="0"/>
              <a:cs typeface="Arial" pitchFamily="34" charset="0"/>
            </a:endParaRPr>
          </a:p>
        </p:txBody>
      </p:sp>
    </p:spTree>
    <p:extLst>
      <p:ext uri="{BB962C8B-B14F-4D97-AF65-F5344CB8AC3E}">
        <p14:creationId xmlns:p14="http://schemas.microsoft.com/office/powerpoint/2010/main" val="294573476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Divider Slide Option 6_Deep Violet">
    <p:bg bwMode="auto">
      <p:bgPr>
        <a:solidFill>
          <a:srgbClr val="2F539C"/>
        </a:solidFill>
        <a:effectLst/>
      </p:bgPr>
    </p:bg>
    <p:spTree>
      <p:nvGrpSpPr>
        <p:cNvPr id="1" name=""/>
        <p:cNvGrpSpPr/>
        <p:nvPr/>
      </p:nvGrpSpPr>
      <p:grpSpPr>
        <a:xfrm>
          <a:off x="0" y="0"/>
          <a:ext cx="0" cy="0"/>
          <a:chOff x="0" y="0"/>
          <a:chExt cx="0" cy="0"/>
        </a:xfrm>
      </p:grpSpPr>
      <p:graphicFrame>
        <p:nvGraphicFramePr>
          <p:cNvPr id="14" name="Objekt 13" hidden="1"/>
          <p:cNvGraphicFramePr>
            <a:graphicFrameLocks/>
          </p:cNvGraphicFramePr>
          <p:nvPr>
            <p:custDataLst>
              <p:tags r:id="rId2"/>
            </p:custDataLst>
          </p:nvPr>
        </p:nvGraphicFramePr>
        <p:xfrm>
          <a:off x="1" y="15"/>
          <a:ext cx="158750" cy="119063"/>
        </p:xfrm>
        <a:graphic>
          <a:graphicData uri="http://schemas.openxmlformats.org/presentationml/2006/ole">
            <mc:AlternateContent xmlns:mc="http://schemas.openxmlformats.org/markup-compatibility/2006">
              <mc:Choice xmlns:v="urn:schemas-microsoft-com:vml" Requires="v">
                <p:oleObj spid="_x0000_s21016" name="think-cell Slide" r:id="rId4" imgW="0" imgH="0" progId="">
                  <p:embed/>
                </p:oleObj>
              </mc:Choice>
              <mc:Fallback>
                <p:oleObj name="think-cell Slide" r:id="rId4" imgW="0" imgH="0" progId="">
                  <p:embed/>
                  <p:pic>
                    <p:nvPicPr>
                      <p:cNvPr id="0" name="AutoShape 4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 y="15"/>
                        <a:ext cx="158750"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itle 1"/>
          <p:cNvSpPr>
            <a:spLocks noGrp="1"/>
          </p:cNvSpPr>
          <p:nvPr>
            <p:ph type="ctrTitle" hasCustomPrompt="1"/>
          </p:nvPr>
        </p:nvSpPr>
        <p:spPr>
          <a:xfrm>
            <a:off x="374006" y="2570560"/>
            <a:ext cx="8395995" cy="872100"/>
          </a:xfrm>
          <a:prstGeom prst="rect">
            <a:avLst/>
          </a:prstGeom>
        </p:spPr>
        <p:txBody>
          <a:bodyPr lIns="0" tIns="0" anchor="b" anchorCtr="0">
            <a:noAutofit/>
          </a:bodyPr>
          <a:lstStyle>
            <a:lvl1pPr algn="l">
              <a:lnSpc>
                <a:spcPct val="100000"/>
              </a:lnSpc>
              <a:defRPr sz="2700" b="0" spc="0" baseline="0">
                <a:solidFill>
                  <a:srgbClr val="FFB500"/>
                </a:solidFill>
                <a:latin typeface="+mj-lt"/>
                <a:cs typeface="Arial" pitchFamily="34" charset="0"/>
              </a:defRPr>
            </a:lvl1pPr>
          </a:lstStyle>
          <a:p>
            <a:r>
              <a:rPr lang="en-US" dirty="0"/>
              <a:t>Master Divider Slide Headline</a:t>
            </a:r>
            <a:endParaRPr lang="en-GB" dirty="0"/>
          </a:p>
        </p:txBody>
      </p:sp>
      <p:sp>
        <p:nvSpPr>
          <p:cNvPr id="9" name="TextBox 8"/>
          <p:cNvSpPr txBox="1"/>
          <p:nvPr userDrawn="1"/>
        </p:nvSpPr>
        <p:spPr>
          <a:xfrm>
            <a:off x="6318252" y="4765687"/>
            <a:ext cx="2451100" cy="213757"/>
          </a:xfrm>
          <a:prstGeom prst="rect">
            <a:avLst/>
          </a:prstGeom>
          <a:noFill/>
        </p:spPr>
        <p:txBody>
          <a:bodyPr wrap="square" lIns="0" tIns="0" rIns="0" bIns="0" rtlCol="0" anchor="b" anchorCtr="0">
            <a:noAutofit/>
          </a:bodyPr>
          <a:lstStyle/>
          <a:p>
            <a:pPr marL="0" marR="0" indent="0" algn="r" defTabSz="914166" rtl="0" eaLnBrk="1" fontAlgn="base" latinLnBrk="0" hangingPunct="1">
              <a:lnSpc>
                <a:spcPct val="100000"/>
              </a:lnSpc>
              <a:spcBef>
                <a:spcPct val="0"/>
              </a:spcBef>
              <a:spcAft>
                <a:spcPct val="0"/>
              </a:spcAft>
              <a:buClrTx/>
              <a:buSzTx/>
              <a:buFontTx/>
              <a:buNone/>
              <a:tabLst/>
              <a:defRPr/>
            </a:pPr>
            <a:fld id="{C55CEDFA-A6BA-4442-9084-8B31DC7F089C}" type="slidenum">
              <a:rPr lang="en-US" sz="800" smtClean="0">
                <a:solidFill>
                  <a:srgbClr val="FFB500"/>
                </a:solidFill>
                <a:latin typeface="Arial" pitchFamily="34" charset="0"/>
                <a:cs typeface="Arial" pitchFamily="34" charset="0"/>
              </a:rPr>
              <a:pPr marL="0" marR="0" indent="0" algn="r" defTabSz="914166" rtl="0" eaLnBrk="1" fontAlgn="base" latinLnBrk="0" hangingPunct="1">
                <a:lnSpc>
                  <a:spcPct val="100000"/>
                </a:lnSpc>
                <a:spcBef>
                  <a:spcPct val="0"/>
                </a:spcBef>
                <a:spcAft>
                  <a:spcPct val="0"/>
                </a:spcAft>
                <a:buClrTx/>
                <a:buSzTx/>
                <a:buFontTx/>
                <a:buNone/>
                <a:tabLst/>
                <a:defRPr/>
              </a:pPr>
              <a:t>‹#›</a:t>
            </a:fld>
            <a:endParaRPr lang="en-US" sz="900" dirty="0">
              <a:solidFill>
                <a:srgbClr val="FFB500"/>
              </a:solidFill>
              <a:latin typeface="Arial" pitchFamily="34" charset="0"/>
              <a:cs typeface="Arial" pitchFamily="34" charset="0"/>
            </a:endParaRPr>
          </a:p>
        </p:txBody>
      </p:sp>
    </p:spTree>
    <p:extLst>
      <p:ext uri="{BB962C8B-B14F-4D97-AF65-F5344CB8AC3E}">
        <p14:creationId xmlns:p14="http://schemas.microsoft.com/office/powerpoint/2010/main" val="32905722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Divider Slide Option 7_Red Violet">
    <p:bg bwMode="auto">
      <p:bgPr>
        <a:solidFill>
          <a:srgbClr val="551155"/>
        </a:solidFill>
        <a:effectLst/>
      </p:bgPr>
    </p:bg>
    <p:spTree>
      <p:nvGrpSpPr>
        <p:cNvPr id="1" name=""/>
        <p:cNvGrpSpPr/>
        <p:nvPr/>
      </p:nvGrpSpPr>
      <p:grpSpPr>
        <a:xfrm>
          <a:off x="0" y="0"/>
          <a:ext cx="0" cy="0"/>
          <a:chOff x="0" y="0"/>
          <a:chExt cx="0" cy="0"/>
        </a:xfrm>
      </p:grpSpPr>
      <p:graphicFrame>
        <p:nvGraphicFramePr>
          <p:cNvPr id="14" name="Objekt 13" hidden="1"/>
          <p:cNvGraphicFramePr>
            <a:graphicFrameLocks/>
          </p:cNvGraphicFramePr>
          <p:nvPr>
            <p:custDataLst>
              <p:tags r:id="rId2"/>
            </p:custDataLst>
          </p:nvPr>
        </p:nvGraphicFramePr>
        <p:xfrm>
          <a:off x="1" y="15"/>
          <a:ext cx="158750" cy="119063"/>
        </p:xfrm>
        <a:graphic>
          <a:graphicData uri="http://schemas.openxmlformats.org/presentationml/2006/ole">
            <mc:AlternateContent xmlns:mc="http://schemas.openxmlformats.org/markup-compatibility/2006">
              <mc:Choice xmlns:v="urn:schemas-microsoft-com:vml" Requires="v">
                <p:oleObj spid="_x0000_s22040" name="think-cell Slide" r:id="rId4" imgW="0" imgH="0" progId="">
                  <p:embed/>
                </p:oleObj>
              </mc:Choice>
              <mc:Fallback>
                <p:oleObj name="think-cell Slide" r:id="rId4" imgW="0" imgH="0" progId="">
                  <p:embed/>
                  <p:pic>
                    <p:nvPicPr>
                      <p:cNvPr id="0" name="AutoShape 48"/>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 y="15"/>
                        <a:ext cx="158750"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 name="Title 1"/>
          <p:cNvSpPr>
            <a:spLocks noGrp="1"/>
          </p:cNvSpPr>
          <p:nvPr>
            <p:ph type="ctrTitle" hasCustomPrompt="1"/>
          </p:nvPr>
        </p:nvSpPr>
        <p:spPr>
          <a:xfrm>
            <a:off x="374006" y="2570560"/>
            <a:ext cx="8395995" cy="872100"/>
          </a:xfrm>
          <a:prstGeom prst="rect">
            <a:avLst/>
          </a:prstGeom>
        </p:spPr>
        <p:txBody>
          <a:bodyPr lIns="0" tIns="0" anchor="b" anchorCtr="0">
            <a:noAutofit/>
          </a:bodyPr>
          <a:lstStyle>
            <a:lvl1pPr algn="l">
              <a:lnSpc>
                <a:spcPct val="100000"/>
              </a:lnSpc>
              <a:defRPr sz="2700" b="0" spc="0" baseline="0">
                <a:solidFill>
                  <a:srgbClr val="FFB500"/>
                </a:solidFill>
                <a:latin typeface="+mj-lt"/>
                <a:cs typeface="Arial" pitchFamily="34" charset="0"/>
              </a:defRPr>
            </a:lvl1pPr>
          </a:lstStyle>
          <a:p>
            <a:r>
              <a:rPr lang="en-US" dirty="0"/>
              <a:t>Master Divider Slide Headline</a:t>
            </a:r>
            <a:endParaRPr lang="en-GB" dirty="0"/>
          </a:p>
        </p:txBody>
      </p:sp>
      <p:sp>
        <p:nvSpPr>
          <p:cNvPr id="9" name="TextBox 8"/>
          <p:cNvSpPr txBox="1"/>
          <p:nvPr userDrawn="1"/>
        </p:nvSpPr>
        <p:spPr>
          <a:xfrm>
            <a:off x="6318252" y="4765687"/>
            <a:ext cx="2451100" cy="213757"/>
          </a:xfrm>
          <a:prstGeom prst="rect">
            <a:avLst/>
          </a:prstGeom>
          <a:noFill/>
        </p:spPr>
        <p:txBody>
          <a:bodyPr wrap="square" lIns="0" tIns="0" rIns="0" bIns="0" rtlCol="0" anchor="b" anchorCtr="0">
            <a:noAutofit/>
          </a:bodyPr>
          <a:lstStyle/>
          <a:p>
            <a:pPr marL="0" marR="0" indent="0" algn="r" defTabSz="914166" rtl="0" eaLnBrk="1" fontAlgn="base" latinLnBrk="0" hangingPunct="1">
              <a:lnSpc>
                <a:spcPct val="100000"/>
              </a:lnSpc>
              <a:spcBef>
                <a:spcPct val="0"/>
              </a:spcBef>
              <a:spcAft>
                <a:spcPct val="0"/>
              </a:spcAft>
              <a:buClrTx/>
              <a:buSzTx/>
              <a:buFontTx/>
              <a:buNone/>
              <a:tabLst/>
              <a:defRPr/>
            </a:pPr>
            <a:fld id="{C55CEDFA-A6BA-4442-9084-8B31DC7F089C}" type="slidenum">
              <a:rPr lang="en-US" sz="800" smtClean="0">
                <a:solidFill>
                  <a:srgbClr val="FFB500"/>
                </a:solidFill>
                <a:latin typeface="Arial" pitchFamily="34" charset="0"/>
                <a:cs typeface="Arial" pitchFamily="34" charset="0"/>
              </a:rPr>
              <a:pPr marL="0" marR="0" indent="0" algn="r" defTabSz="914166" rtl="0" eaLnBrk="1" fontAlgn="base" latinLnBrk="0" hangingPunct="1">
                <a:lnSpc>
                  <a:spcPct val="100000"/>
                </a:lnSpc>
                <a:spcBef>
                  <a:spcPct val="0"/>
                </a:spcBef>
                <a:spcAft>
                  <a:spcPct val="0"/>
                </a:spcAft>
                <a:buClrTx/>
                <a:buSzTx/>
                <a:buFontTx/>
                <a:buNone/>
                <a:tabLst/>
                <a:defRPr/>
              </a:pPr>
              <a:t>‹#›</a:t>
            </a:fld>
            <a:endParaRPr lang="en-US" sz="900" dirty="0">
              <a:solidFill>
                <a:srgbClr val="FFB500"/>
              </a:solidFill>
              <a:latin typeface="Arial" pitchFamily="34" charset="0"/>
              <a:cs typeface="Arial" pitchFamily="34" charset="0"/>
            </a:endParaRPr>
          </a:p>
        </p:txBody>
      </p:sp>
    </p:spTree>
    <p:extLst>
      <p:ext uri="{BB962C8B-B14F-4D97-AF65-F5344CB8AC3E}">
        <p14:creationId xmlns:p14="http://schemas.microsoft.com/office/powerpoint/2010/main" val="37184516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userDrawn="1">
  <p:cSld name="1_Title and Subtitle only">
    <p:bg>
      <p:bgPr>
        <a:solidFill>
          <a:schemeClr val="accent4"/>
        </a:solidFill>
        <a:effectLst/>
      </p:bgPr>
    </p:bg>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flipH="1">
            <a:off x="8284294" y="4903050"/>
            <a:ext cx="508345" cy="121416"/>
          </a:xfrm>
          <a:prstGeom prst="rect">
            <a:avLst/>
          </a:prstGeom>
        </p:spPr>
        <p:txBody>
          <a:bodyPr lIns="68574" tIns="34289" rIns="68574" bIns="34289"/>
          <a:lstStyle>
            <a:lvl1pPr>
              <a:defRPr>
                <a:solidFill>
                  <a:schemeClr val="bg1"/>
                </a:solidFill>
              </a:defRPr>
            </a:lvl1pPr>
          </a:lstStyle>
          <a:p>
            <a:pPr>
              <a:defRPr/>
            </a:pPr>
            <a:fld id="{90CBDC3A-D49F-4631-A8C7-55D59B33E5FA}" type="slidenum">
              <a:rPr lang="en-US" smtClean="0"/>
              <a:pPr>
                <a:defRPr/>
              </a:pPr>
              <a:t>‹#›</a:t>
            </a:fld>
            <a:endParaRPr lang="en-US" dirty="0"/>
          </a:p>
        </p:txBody>
      </p:sp>
      <p:sp>
        <p:nvSpPr>
          <p:cNvPr id="5" name="Title 4"/>
          <p:cNvSpPr>
            <a:spLocks noGrp="1"/>
          </p:cNvSpPr>
          <p:nvPr>
            <p:ph type="title"/>
          </p:nvPr>
        </p:nvSpPr>
        <p:spPr/>
        <p:txBody>
          <a:bodyPr/>
          <a:lstStyle>
            <a:lvl1pPr>
              <a:defRPr sz="2100">
                <a:solidFill>
                  <a:schemeClr val="accent6"/>
                </a:solidFill>
              </a:defRPr>
            </a:lvl1pPr>
          </a:lstStyle>
          <a:p>
            <a:r>
              <a:rPr lang="en-US"/>
              <a:t>Click to edit Master title style</a:t>
            </a:r>
            <a:endParaRPr lang="en-AU" dirty="0"/>
          </a:p>
        </p:txBody>
      </p:sp>
      <p:sp>
        <p:nvSpPr>
          <p:cNvPr id="6" name="Text Placeholder 16"/>
          <p:cNvSpPr>
            <a:spLocks noGrp="1"/>
          </p:cNvSpPr>
          <p:nvPr>
            <p:ph type="body" sz="quarter" idx="10"/>
          </p:nvPr>
        </p:nvSpPr>
        <p:spPr>
          <a:xfrm>
            <a:off x="348995" y="872528"/>
            <a:ext cx="8443637" cy="296931"/>
          </a:xfrm>
          <a:prstGeom prst="rect">
            <a:avLst/>
          </a:prstGeom>
        </p:spPr>
        <p:txBody>
          <a:bodyPr lIns="0"/>
          <a:lstStyle>
            <a:lvl1pPr marL="0" indent="0">
              <a:buNone/>
              <a:defRPr sz="1500">
                <a:solidFill>
                  <a:schemeClr val="bg1"/>
                </a:solidFill>
              </a:defRPr>
            </a:lvl1pPr>
            <a:lvl2pPr>
              <a:defRPr sz="2600"/>
            </a:lvl2pPr>
            <a:lvl3pPr>
              <a:defRPr sz="2400"/>
            </a:lvl3pPr>
            <a:lvl4pPr>
              <a:defRPr sz="2200"/>
            </a:lvl4pPr>
            <a:lvl5pPr>
              <a:defRPr sz="2000"/>
            </a:lvl5pPr>
          </a:lstStyle>
          <a:p>
            <a:pPr lvl="0"/>
            <a:r>
              <a:rPr lang="en-US"/>
              <a:t>Click to edit Master text styles</a:t>
            </a:r>
          </a:p>
        </p:txBody>
      </p:sp>
      <p:sp>
        <p:nvSpPr>
          <p:cNvPr id="2" name="Footer Placeholder 1"/>
          <p:cNvSpPr>
            <a:spLocks noGrp="1"/>
          </p:cNvSpPr>
          <p:nvPr>
            <p:ph type="ftr" sz="quarter" idx="13"/>
          </p:nvPr>
        </p:nvSpPr>
        <p:spPr>
          <a:xfrm flipH="1">
            <a:off x="348994" y="4903050"/>
            <a:ext cx="4183109" cy="121416"/>
          </a:xfrm>
          <a:prstGeom prst="rect">
            <a:avLst/>
          </a:prstGeom>
        </p:spPr>
        <p:txBody>
          <a:bodyPr lIns="68574" tIns="34289" rIns="68574" bIns="34289"/>
          <a:lstStyle>
            <a:lvl1pPr>
              <a:defRPr>
                <a:solidFill>
                  <a:schemeClr val="bg1"/>
                </a:solidFill>
              </a:defRPr>
            </a:lvl1pPr>
          </a:lstStyle>
          <a:p>
            <a:r>
              <a:rPr lang="en-US"/>
              <a:t>Copyright 2017 Accenture All rights reserved</a:t>
            </a:r>
            <a:endParaRPr lang="en-AU" dirty="0"/>
          </a:p>
        </p:txBody>
      </p:sp>
    </p:spTree>
    <p:extLst>
      <p:ext uri="{BB962C8B-B14F-4D97-AF65-F5344CB8AC3E}">
        <p14:creationId xmlns:p14="http://schemas.microsoft.com/office/powerpoint/2010/main" val="1457252953"/>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solidFill>
                  <a:schemeClr val="tx2"/>
                </a:solidFill>
              </a:defRPr>
            </a:lvl1pPr>
          </a:lstStyle>
          <a:p>
            <a:r>
              <a:rPr lang="en-US" noProof="0" dirty="0" err="1"/>
              <a:t>Slidetitle</a:t>
            </a:r>
            <a:r>
              <a:rPr lang="en-US" noProof="0" dirty="0"/>
              <a:t>: Red Violet (26pt)</a:t>
            </a:r>
          </a:p>
        </p:txBody>
      </p:sp>
      <p:sp>
        <p:nvSpPr>
          <p:cNvPr id="3" name="Content Placeholder 2"/>
          <p:cNvSpPr>
            <a:spLocks noGrp="1"/>
          </p:cNvSpPr>
          <p:nvPr>
            <p:ph idx="1" hasCustomPrompt="1"/>
          </p:nvPr>
        </p:nvSpPr>
        <p:spPr>
          <a:xfrm>
            <a:off x="444628" y="1005576"/>
            <a:ext cx="8229600" cy="3891294"/>
          </a:xfrm>
        </p:spPr>
        <p:txBody>
          <a:bodyPr>
            <a:normAutofit/>
          </a:bodyPr>
          <a:lstStyle>
            <a:lvl1pPr marL="132128" marR="0" indent="-132128" algn="l" defTabSz="685625" rtl="0" eaLnBrk="1" fontAlgn="base" latinLnBrk="0" hangingPunct="1">
              <a:lnSpc>
                <a:spcPct val="100000"/>
              </a:lnSpc>
              <a:spcBef>
                <a:spcPct val="40000"/>
              </a:spcBef>
              <a:spcAft>
                <a:spcPct val="0"/>
              </a:spcAft>
              <a:buClr>
                <a:schemeClr val="tx1">
                  <a:lumMod val="75000"/>
                  <a:lumOff val="25000"/>
                </a:schemeClr>
              </a:buClr>
              <a:buSzTx/>
              <a:buFontTx/>
              <a:buChar char="•"/>
              <a:tabLst/>
              <a:defRPr sz="1700" baseline="0">
                <a:solidFill>
                  <a:schemeClr val="tx1">
                    <a:lumMod val="75000"/>
                    <a:lumOff val="25000"/>
                  </a:schemeClr>
                </a:solidFill>
              </a:defRPr>
            </a:lvl1pPr>
            <a:lvl2pPr marL="349953" marR="0" indent="-214260" algn="l" defTabSz="685625" rtl="0" eaLnBrk="1" fontAlgn="base" latinLnBrk="0" hangingPunct="1">
              <a:lnSpc>
                <a:spcPct val="100000"/>
              </a:lnSpc>
              <a:spcBef>
                <a:spcPct val="20000"/>
              </a:spcBef>
              <a:spcAft>
                <a:spcPct val="0"/>
              </a:spcAft>
              <a:buClr>
                <a:schemeClr val="tx1">
                  <a:lumMod val="75000"/>
                  <a:lumOff val="25000"/>
                </a:schemeClr>
              </a:buClr>
              <a:buSzTx/>
              <a:buFontTx/>
              <a:buChar char="–"/>
              <a:tabLst/>
              <a:defRPr sz="1700">
                <a:solidFill>
                  <a:schemeClr val="tx1">
                    <a:lumMod val="75000"/>
                    <a:lumOff val="25000"/>
                  </a:schemeClr>
                </a:solidFill>
              </a:defRPr>
            </a:lvl2pPr>
            <a:lvl3pPr marL="485877" marR="0" indent="-132267" algn="l" defTabSz="685625" rtl="0" eaLnBrk="1" fontAlgn="base" latinLnBrk="0" hangingPunct="1">
              <a:lnSpc>
                <a:spcPct val="100000"/>
              </a:lnSpc>
              <a:spcBef>
                <a:spcPct val="20000"/>
              </a:spcBef>
              <a:spcAft>
                <a:spcPct val="0"/>
              </a:spcAft>
              <a:buClr>
                <a:schemeClr val="tx1">
                  <a:lumMod val="75000"/>
                  <a:lumOff val="25000"/>
                </a:schemeClr>
              </a:buClr>
              <a:buSzTx/>
              <a:buFontTx/>
              <a:buChar char="•"/>
              <a:tabLst/>
              <a:defRPr sz="1700" baseline="0">
                <a:solidFill>
                  <a:schemeClr val="tx1">
                    <a:lumMod val="75000"/>
                    <a:lumOff val="25000"/>
                  </a:schemeClr>
                </a:solidFill>
              </a:defRPr>
            </a:lvl3pPr>
            <a:lvl4pPr marL="674828" marR="0" indent="-170217" algn="l" defTabSz="685625" rtl="0" eaLnBrk="1" fontAlgn="base" latinLnBrk="0" hangingPunct="1">
              <a:lnSpc>
                <a:spcPct val="100000"/>
              </a:lnSpc>
              <a:spcBef>
                <a:spcPct val="20000"/>
              </a:spcBef>
              <a:spcAft>
                <a:spcPct val="0"/>
              </a:spcAft>
              <a:buClr>
                <a:schemeClr val="tx1">
                  <a:lumMod val="75000"/>
                  <a:lumOff val="25000"/>
                </a:schemeClr>
              </a:buClr>
              <a:buSzTx/>
              <a:buFontTx/>
              <a:buChar char="–"/>
              <a:tabLst/>
              <a:defRPr sz="1700" baseline="0">
                <a:solidFill>
                  <a:schemeClr val="tx1">
                    <a:lumMod val="75000"/>
                    <a:lumOff val="25000"/>
                  </a:schemeClr>
                </a:solidFill>
              </a:defRPr>
            </a:lvl4pPr>
            <a:lvl5pPr marL="796295" marR="0" indent="-124985" algn="l" defTabSz="685625" rtl="0" eaLnBrk="1" fontAlgn="base" latinLnBrk="0" hangingPunct="1">
              <a:lnSpc>
                <a:spcPct val="100000"/>
              </a:lnSpc>
              <a:spcBef>
                <a:spcPct val="20000"/>
              </a:spcBef>
              <a:spcAft>
                <a:spcPct val="0"/>
              </a:spcAft>
              <a:buClr>
                <a:prstClr val="black"/>
              </a:buClr>
              <a:buSzTx/>
              <a:buFontTx/>
              <a:buNone/>
              <a:tabLst/>
              <a:defRPr sz="1700">
                <a:solidFill>
                  <a:schemeClr val="tx1">
                    <a:lumMod val="75000"/>
                    <a:lumOff val="25000"/>
                  </a:schemeClr>
                </a:solidFill>
              </a:defRPr>
            </a:lvl5pPr>
          </a:lstStyle>
          <a:p>
            <a:pPr marL="132128" marR="0" lvl="0" indent="-132128" algn="l" defTabSz="685625" rtl="0" eaLnBrk="1" fontAlgn="base" latinLnBrk="0" hangingPunct="1">
              <a:lnSpc>
                <a:spcPct val="100000"/>
              </a:lnSpc>
              <a:spcBef>
                <a:spcPct val="40000"/>
              </a:spcBef>
              <a:spcAft>
                <a:spcPct val="0"/>
              </a:spcAft>
              <a:buClr>
                <a:prstClr val="black"/>
              </a:buClr>
              <a:buSzTx/>
              <a:buFontTx/>
              <a:buChar char="•"/>
              <a:tabLst/>
              <a:defRPr/>
            </a:pPr>
            <a:r>
              <a:rPr kumimoji="0" lang="en-US" sz="1700" b="0" i="0" u="none" strike="noStrike" kern="1200" cap="none" spc="0" normalizeH="0" baseline="0" noProof="0" dirty="0">
                <a:ln>
                  <a:noFill/>
                </a:ln>
                <a:solidFill>
                  <a:prstClr val="black"/>
                </a:solidFill>
                <a:effectLst/>
                <a:uLnTx/>
                <a:uFillTx/>
                <a:latin typeface="Arial"/>
                <a:ea typeface="ＭＳ Ｐゴシック" charset="-128"/>
                <a:cs typeface="Arial"/>
              </a:rPr>
              <a:t>First level bullet – Arial 22pt</a:t>
            </a:r>
          </a:p>
          <a:p>
            <a:pPr marL="349953" marR="0" lvl="1" indent="-214260" algn="l" defTabSz="685625" rtl="0" eaLnBrk="1" fontAlgn="base" latinLnBrk="0" hangingPunct="1">
              <a:lnSpc>
                <a:spcPct val="100000"/>
              </a:lnSpc>
              <a:spcBef>
                <a:spcPct val="20000"/>
              </a:spcBef>
              <a:spcAft>
                <a:spcPct val="0"/>
              </a:spcAft>
              <a:buClr>
                <a:prstClr val="black"/>
              </a:buClr>
              <a:buSzTx/>
              <a:buFontTx/>
              <a:buChar char="–"/>
              <a:tabLst/>
              <a:defRPr/>
            </a:pPr>
            <a:r>
              <a:rPr kumimoji="0" lang="en-US" sz="1500" b="0" i="0" u="none" strike="noStrike" kern="1200" cap="none" spc="0" normalizeH="0" baseline="0" noProof="0" dirty="0">
                <a:ln>
                  <a:noFill/>
                </a:ln>
                <a:solidFill>
                  <a:prstClr val="black"/>
                </a:solidFill>
                <a:effectLst/>
                <a:uLnTx/>
                <a:uFillTx/>
                <a:latin typeface="Arial"/>
                <a:ea typeface="ＭＳ Ｐゴシック" charset="-128"/>
                <a:cs typeface="Arial"/>
              </a:rPr>
              <a:t>Second level bullet – Arial 20pt</a:t>
            </a:r>
          </a:p>
          <a:p>
            <a:pPr marL="485877" marR="0" lvl="2" indent="-132267" algn="l" defTabSz="685625" rtl="0" eaLnBrk="1" fontAlgn="base" latinLnBrk="0" hangingPunct="1">
              <a:lnSpc>
                <a:spcPct val="100000"/>
              </a:lnSpc>
              <a:spcBef>
                <a:spcPct val="20000"/>
              </a:spcBef>
              <a:spcAft>
                <a:spcPct val="0"/>
              </a:spcAft>
              <a:buClr>
                <a:prstClr val="black"/>
              </a:buClr>
              <a:buSzTx/>
              <a:buFontTx/>
              <a:buChar char="•"/>
              <a:tabLst/>
              <a:defRPr/>
            </a:pPr>
            <a:r>
              <a:rPr kumimoji="0" lang="en-US" sz="1400" b="0" i="0" u="none" strike="noStrike" kern="1200" cap="none" spc="0" normalizeH="0" baseline="0" noProof="0" dirty="0">
                <a:ln>
                  <a:noFill/>
                </a:ln>
                <a:solidFill>
                  <a:prstClr val="black"/>
                </a:solidFill>
                <a:effectLst/>
                <a:uLnTx/>
                <a:uFillTx/>
                <a:latin typeface="Arial"/>
                <a:ea typeface="ＭＳ Ｐゴシック" charset="-128"/>
                <a:cs typeface="Arial"/>
              </a:rPr>
              <a:t>Third level bullet – Arial 18pt</a:t>
            </a:r>
          </a:p>
          <a:p>
            <a:pPr marL="674828" marR="0" lvl="3" indent="-170217" algn="l" defTabSz="685625" rtl="0" eaLnBrk="1" fontAlgn="base" latinLnBrk="0" hangingPunct="1">
              <a:lnSpc>
                <a:spcPct val="100000"/>
              </a:lnSpc>
              <a:spcBef>
                <a:spcPct val="20000"/>
              </a:spcBef>
              <a:spcAft>
                <a:spcPct val="0"/>
              </a:spcAft>
              <a:buClr>
                <a:prstClr val="black"/>
              </a:buClr>
              <a:buSzTx/>
              <a:buFontTx/>
              <a:buChar char="–"/>
              <a:tabLst/>
              <a:defRPr/>
            </a:pPr>
            <a:r>
              <a:rPr kumimoji="0" lang="en-US" sz="1200" b="0" i="0" u="none" strike="noStrike" kern="1200" cap="none" spc="0" normalizeH="0" baseline="0" noProof="0" dirty="0">
                <a:ln>
                  <a:noFill/>
                </a:ln>
                <a:solidFill>
                  <a:prstClr val="black"/>
                </a:solidFill>
                <a:effectLst/>
                <a:uLnTx/>
                <a:uFillTx/>
                <a:latin typeface="Arial"/>
                <a:ea typeface="ＭＳ Ｐゴシック" charset="-128"/>
                <a:cs typeface="Arial"/>
              </a:rPr>
              <a:t>Fourth level bullet – Arial 16pt</a:t>
            </a:r>
          </a:p>
          <a:p>
            <a:pPr marL="796295" marR="0" lvl="4" indent="-124985" algn="l" defTabSz="685625" rtl="0" eaLnBrk="1" fontAlgn="base" latinLnBrk="0" hangingPunct="1">
              <a:lnSpc>
                <a:spcPct val="100000"/>
              </a:lnSpc>
              <a:spcBef>
                <a:spcPct val="20000"/>
              </a:spcBef>
              <a:spcAft>
                <a:spcPct val="0"/>
              </a:spcAft>
              <a:buClr>
                <a:prstClr val="black"/>
              </a:buClr>
              <a:buSzTx/>
              <a:buFontTx/>
              <a:buNone/>
              <a:tabLst/>
              <a:defRPr/>
            </a:pPr>
            <a:r>
              <a:rPr kumimoji="0" lang="en-US" sz="1200" b="0" i="0" u="none" strike="noStrike" kern="1200" cap="none" spc="0" normalizeH="0" baseline="0" noProof="0" dirty="0">
                <a:ln>
                  <a:noFill/>
                </a:ln>
                <a:solidFill>
                  <a:prstClr val="black"/>
                </a:solidFill>
                <a:effectLst/>
                <a:uLnTx/>
                <a:uFillTx/>
                <a:latin typeface="Arial"/>
                <a:ea typeface="ＭＳ Ｐゴシック" charset="-128"/>
                <a:cs typeface="Arial"/>
              </a:rPr>
              <a:t>Fifth level bullet – Arial 16pt</a:t>
            </a:r>
          </a:p>
        </p:txBody>
      </p:sp>
      <p:cxnSp>
        <p:nvCxnSpPr>
          <p:cNvPr id="6" name="Straight Connector 5"/>
          <p:cNvCxnSpPr/>
          <p:nvPr userDrawn="1"/>
        </p:nvCxnSpPr>
        <p:spPr>
          <a:xfrm>
            <a:off x="444633" y="789552"/>
            <a:ext cx="8694611" cy="0"/>
          </a:xfrm>
          <a:prstGeom prst="line">
            <a:avLst/>
          </a:prstGeom>
          <a:ln w="9525" cap="flat" cmpd="sng" algn="ctr">
            <a:solidFill>
              <a:schemeClr val="tx1">
                <a:lumMod val="50000"/>
                <a:lumOff val="50000"/>
              </a:schemeClr>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067408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userDrawn="1">
  <p:cSld name="3_Divider Slide Option 5_Ink Blue">
    <p:bg bwMode="auto">
      <p:bgPr>
        <a:blipFill rotWithShape="1">
          <a:blip r:embed="rId4"/>
          <a:stretch>
            <a:fillRect/>
          </a:stretch>
        </a:blipFill>
        <a:effectLst/>
      </p:bgPr>
    </p:bg>
    <p:spTree>
      <p:nvGrpSpPr>
        <p:cNvPr id="1" name=""/>
        <p:cNvGrpSpPr/>
        <p:nvPr/>
      </p:nvGrpSpPr>
      <p:grpSpPr>
        <a:xfrm>
          <a:off x="0" y="0"/>
          <a:ext cx="0" cy="0"/>
          <a:chOff x="0" y="0"/>
          <a:chExt cx="0" cy="0"/>
        </a:xfrm>
      </p:grpSpPr>
      <p:graphicFrame>
        <p:nvGraphicFramePr>
          <p:cNvPr id="14" name="Objekt 13" hidden="1"/>
          <p:cNvGraphicFramePr>
            <a:graphicFrameLocks/>
          </p:cNvGraphicFramePr>
          <p:nvPr>
            <p:custDataLst>
              <p:tags r:id="rId2"/>
            </p:custDataLst>
          </p:nvPr>
        </p:nvGraphicFramePr>
        <p:xfrm>
          <a:off x="1" y="16"/>
          <a:ext cx="158750" cy="119063"/>
        </p:xfrm>
        <a:graphic>
          <a:graphicData uri="http://schemas.openxmlformats.org/presentationml/2006/ole">
            <mc:AlternateContent xmlns:mc="http://schemas.openxmlformats.org/markup-compatibility/2006">
              <mc:Choice xmlns:v="urn:schemas-microsoft-com:vml" Requires="v">
                <p:oleObj spid="_x0000_s853412" name="think-cell Slide" r:id="rId5" imgW="0" imgH="0" progId="">
                  <p:embed/>
                </p:oleObj>
              </mc:Choice>
              <mc:Fallback>
                <p:oleObj name="think-cell Slide" r:id="rId5" imgW="0" imgH="0" progId="">
                  <p:embed/>
                  <p:pic>
                    <p:nvPicPr>
                      <p:cNvPr id="14" name="Objekt 13"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 y="16"/>
                        <a:ext cx="158750"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itel 17"/>
          <p:cNvSpPr>
            <a:spLocks noGrp="1"/>
          </p:cNvSpPr>
          <p:nvPr>
            <p:ph type="title" hasCustomPrompt="1"/>
          </p:nvPr>
        </p:nvSpPr>
        <p:spPr>
          <a:xfrm>
            <a:off x="468319" y="1082294"/>
            <a:ext cx="5267936" cy="992981"/>
          </a:xfrm>
        </p:spPr>
        <p:txBody>
          <a:bodyPr wrap="square" lIns="0" tIns="0" rIns="0" bIns="95960" anchor="t" anchorCtr="0">
            <a:noAutofit/>
          </a:bodyPr>
          <a:lstStyle>
            <a:lvl1pPr marL="0" indent="0" algn="l" rtl="0" eaLnBrk="1" fontAlgn="base" hangingPunct="1">
              <a:lnSpc>
                <a:spcPct val="100000"/>
              </a:lnSpc>
              <a:spcBef>
                <a:spcPts val="800"/>
              </a:spcBef>
              <a:spcAft>
                <a:spcPct val="0"/>
              </a:spcAft>
              <a:buNone/>
              <a:defRPr sz="3600" b="1" i="0">
                <a:solidFill>
                  <a:schemeClr val="accent4"/>
                </a:solidFill>
                <a:latin typeface="Arial"/>
              </a:defRPr>
            </a:lvl1pPr>
          </a:lstStyle>
          <a:p>
            <a:r>
              <a:rPr lang="en-US" noProof="0" dirty="0"/>
              <a:t>Click to add title</a:t>
            </a:r>
          </a:p>
        </p:txBody>
      </p:sp>
      <p:sp>
        <p:nvSpPr>
          <p:cNvPr id="9" name="Inhaltsplatzhalter 13"/>
          <p:cNvSpPr txBox="1">
            <a:spLocks/>
          </p:cNvSpPr>
          <p:nvPr userDrawn="1"/>
        </p:nvSpPr>
        <p:spPr>
          <a:xfrm>
            <a:off x="8332221" y="4881129"/>
            <a:ext cx="339557" cy="170260"/>
          </a:xfrm>
          <a:prstGeom prst="rect">
            <a:avLst/>
          </a:prstGeom>
        </p:spPr>
        <p:txBody>
          <a:bodyPr lIns="0" tIns="35986"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algn="r" defTabSz="914007">
              <a:defRPr/>
            </a:pPr>
            <a:fld id="{EB578BD5-E3A8-4354-91BC-79CE4598B8D1}" type="slidenum">
              <a:rPr lang="en-US" sz="700" smtClean="0">
                <a:solidFill>
                  <a:srgbClr val="666666"/>
                </a:solidFill>
                <a:latin typeface="Arial"/>
                <a:cs typeface="Arial" pitchFamily="34" charset="0"/>
              </a:rPr>
              <a:pPr algn="r" defTabSz="914007">
                <a:defRPr/>
              </a:pPr>
              <a:t>‹#›</a:t>
            </a:fld>
            <a:endParaRPr lang="en-US" sz="700" dirty="0">
              <a:solidFill>
                <a:srgbClr val="666666"/>
              </a:solidFill>
              <a:latin typeface="Arial"/>
              <a:cs typeface="Arial" pitchFamily="34" charset="0"/>
            </a:endParaRPr>
          </a:p>
        </p:txBody>
      </p:sp>
      <p:sp>
        <p:nvSpPr>
          <p:cNvPr id="7" name="Rectangle 6"/>
          <p:cNvSpPr/>
          <p:nvPr userDrawn="1"/>
        </p:nvSpPr>
        <p:spPr>
          <a:xfrm>
            <a:off x="262467" y="4848987"/>
            <a:ext cx="4572000" cy="219268"/>
          </a:xfrm>
          <a:prstGeom prst="rect">
            <a:avLst/>
          </a:prstGeom>
        </p:spPr>
        <p:txBody>
          <a:bodyPr lIns="91422" tIns="45711" rIns="91422" bIns="45711">
            <a:spAutoFit/>
          </a:bodyPr>
          <a:lstStyle/>
          <a:p>
            <a:pPr defTabSz="914145"/>
            <a:r>
              <a:rPr lang="en-AU" altLang="en-US" sz="800" dirty="0">
                <a:solidFill>
                  <a:srgbClr val="666666"/>
                </a:solidFill>
                <a:latin typeface="Arial"/>
                <a:ea typeface="ＭＳ Ｐゴシック" pitchFamily="34" charset="-128"/>
                <a:cs typeface="Arial" panose="020B0604020202020204" pitchFamily="34" charset="0"/>
              </a:rPr>
              <a:t>Copyright © 2016 Accenture  All rights reserved.</a:t>
            </a:r>
          </a:p>
        </p:txBody>
      </p:sp>
    </p:spTree>
    <p:extLst>
      <p:ext uri="{BB962C8B-B14F-4D97-AF65-F5344CB8AC3E}">
        <p14:creationId xmlns:p14="http://schemas.microsoft.com/office/powerpoint/2010/main" val="8718248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userDrawn="1">
  <p:cSld name="14_Divider Slide Option 5_Ink Blue">
    <p:bg>
      <p:bgPr>
        <a:blipFill rotWithShape="1">
          <a:blip r:embed="rId4"/>
          <a:stretch>
            <a:fillRect/>
          </a:stretch>
        </a:blipFill>
        <a:effectLst/>
      </p:bgPr>
    </p:bg>
    <p:spTree>
      <p:nvGrpSpPr>
        <p:cNvPr id="1" name=""/>
        <p:cNvGrpSpPr/>
        <p:nvPr/>
      </p:nvGrpSpPr>
      <p:grpSpPr>
        <a:xfrm>
          <a:off x="0" y="0"/>
          <a:ext cx="0" cy="0"/>
          <a:chOff x="0" y="0"/>
          <a:chExt cx="0" cy="0"/>
        </a:xfrm>
      </p:grpSpPr>
      <p:graphicFrame>
        <p:nvGraphicFramePr>
          <p:cNvPr id="14" name="Objekt 13" hidden="1"/>
          <p:cNvGraphicFramePr>
            <a:graphicFrameLocks/>
          </p:cNvGraphicFramePr>
          <p:nvPr>
            <p:custDataLst>
              <p:tags r:id="rId2"/>
            </p:custDataLst>
          </p:nvPr>
        </p:nvGraphicFramePr>
        <p:xfrm>
          <a:off x="1" y="16"/>
          <a:ext cx="158750" cy="119063"/>
        </p:xfrm>
        <a:graphic>
          <a:graphicData uri="http://schemas.openxmlformats.org/presentationml/2006/ole">
            <mc:AlternateContent xmlns:mc="http://schemas.openxmlformats.org/markup-compatibility/2006">
              <mc:Choice xmlns:v="urn:schemas-microsoft-com:vml" Requires="v">
                <p:oleObj spid="_x0000_s854436" name="think-cell Slide" r:id="rId5" imgW="0" imgH="0" progId="">
                  <p:embed/>
                </p:oleObj>
              </mc:Choice>
              <mc:Fallback>
                <p:oleObj name="think-cell Slide" r:id="rId5" imgW="0" imgH="0" progId="">
                  <p:embed/>
                  <p:pic>
                    <p:nvPicPr>
                      <p:cNvPr id="14" name="Objekt 13"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 y="16"/>
                        <a:ext cx="158750" cy="119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Titel 17"/>
          <p:cNvSpPr>
            <a:spLocks noGrp="1"/>
          </p:cNvSpPr>
          <p:nvPr>
            <p:ph type="title" hasCustomPrompt="1"/>
          </p:nvPr>
        </p:nvSpPr>
        <p:spPr>
          <a:xfrm>
            <a:off x="468319" y="1082294"/>
            <a:ext cx="5267936" cy="992981"/>
          </a:xfrm>
        </p:spPr>
        <p:txBody>
          <a:bodyPr wrap="square" lIns="0" tIns="0" rIns="0" bIns="95960" anchor="t" anchorCtr="0">
            <a:noAutofit/>
          </a:bodyPr>
          <a:lstStyle>
            <a:lvl1pPr marL="0" indent="0" algn="l" rtl="0" eaLnBrk="1" fontAlgn="base" hangingPunct="1">
              <a:lnSpc>
                <a:spcPct val="100000"/>
              </a:lnSpc>
              <a:spcBef>
                <a:spcPts val="800"/>
              </a:spcBef>
              <a:spcAft>
                <a:spcPct val="0"/>
              </a:spcAft>
              <a:buNone/>
              <a:defRPr sz="3600" b="1" i="0">
                <a:solidFill>
                  <a:schemeClr val="accent4"/>
                </a:solidFill>
                <a:latin typeface="Arial"/>
              </a:defRPr>
            </a:lvl1pPr>
          </a:lstStyle>
          <a:p>
            <a:r>
              <a:rPr lang="en-US" noProof="0" dirty="0"/>
              <a:t>Click to add title</a:t>
            </a:r>
          </a:p>
        </p:txBody>
      </p:sp>
      <p:sp>
        <p:nvSpPr>
          <p:cNvPr id="11" name="Inhaltsplatzhalter 13"/>
          <p:cNvSpPr txBox="1">
            <a:spLocks/>
          </p:cNvSpPr>
          <p:nvPr userDrawn="1"/>
        </p:nvSpPr>
        <p:spPr>
          <a:xfrm>
            <a:off x="8332221" y="4881129"/>
            <a:ext cx="339557" cy="170260"/>
          </a:xfrm>
          <a:prstGeom prst="rect">
            <a:avLst/>
          </a:prstGeom>
        </p:spPr>
        <p:txBody>
          <a:bodyPr lIns="0" tIns="35986"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algn="r" defTabSz="914007">
              <a:defRPr/>
            </a:pPr>
            <a:fld id="{EB578BD5-E3A8-4354-91BC-79CE4598B8D1}" type="slidenum">
              <a:rPr lang="en-US" sz="700" smtClean="0">
                <a:solidFill>
                  <a:srgbClr val="666666"/>
                </a:solidFill>
                <a:latin typeface="Arial"/>
                <a:cs typeface="Arial" pitchFamily="34" charset="0"/>
              </a:rPr>
              <a:pPr algn="r" defTabSz="914007">
                <a:defRPr/>
              </a:pPr>
              <a:t>‹#›</a:t>
            </a:fld>
            <a:endParaRPr lang="en-US" sz="700" dirty="0">
              <a:solidFill>
                <a:srgbClr val="666666"/>
              </a:solidFill>
              <a:latin typeface="Arial"/>
              <a:cs typeface="Arial" pitchFamily="34" charset="0"/>
            </a:endParaRPr>
          </a:p>
        </p:txBody>
      </p:sp>
      <p:sp>
        <p:nvSpPr>
          <p:cNvPr id="12" name="Rectangle 11"/>
          <p:cNvSpPr/>
          <p:nvPr userDrawn="1"/>
        </p:nvSpPr>
        <p:spPr>
          <a:xfrm>
            <a:off x="262467" y="4848987"/>
            <a:ext cx="4572000" cy="219268"/>
          </a:xfrm>
          <a:prstGeom prst="rect">
            <a:avLst/>
          </a:prstGeom>
        </p:spPr>
        <p:txBody>
          <a:bodyPr lIns="91422" tIns="45711" rIns="91422" bIns="45711">
            <a:spAutoFit/>
          </a:bodyPr>
          <a:lstStyle/>
          <a:p>
            <a:pPr defTabSz="914145"/>
            <a:r>
              <a:rPr lang="en-AU" altLang="en-US" sz="800" dirty="0">
                <a:solidFill>
                  <a:srgbClr val="666666"/>
                </a:solidFill>
                <a:latin typeface="Arial"/>
                <a:ea typeface="ＭＳ Ｐゴシック" pitchFamily="34" charset="-128"/>
                <a:cs typeface="Arial" panose="020B0604020202020204" pitchFamily="34" charset="0"/>
              </a:rPr>
              <a:t>Copyright © 2016 Accenture  All rights reserved.</a:t>
            </a:r>
          </a:p>
        </p:txBody>
      </p:sp>
    </p:spTree>
    <p:extLst>
      <p:ext uri="{BB962C8B-B14F-4D97-AF65-F5344CB8AC3E}">
        <p14:creationId xmlns:p14="http://schemas.microsoft.com/office/powerpoint/2010/main" val="3237875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Blank">
    <p:bg>
      <p:bgPr>
        <a:solidFill>
          <a:schemeClr val="bg1"/>
        </a:solidFill>
        <a:effectLst/>
      </p:bgPr>
    </p:bg>
    <p:spTree>
      <p:nvGrpSpPr>
        <p:cNvPr id="1" name=""/>
        <p:cNvGrpSpPr/>
        <p:nvPr/>
      </p:nvGrpSpPr>
      <p:grpSpPr>
        <a:xfrm>
          <a:off x="0" y="0"/>
          <a:ext cx="0" cy="0"/>
          <a:chOff x="0" y="0"/>
          <a:chExt cx="0" cy="0"/>
        </a:xfrm>
      </p:grpSpPr>
      <p:sp>
        <p:nvSpPr>
          <p:cNvPr id="4" name="Inhaltsplatzhalter 13"/>
          <p:cNvSpPr txBox="1">
            <a:spLocks/>
          </p:cNvSpPr>
          <p:nvPr userDrawn="1"/>
        </p:nvSpPr>
        <p:spPr>
          <a:xfrm>
            <a:off x="8332221" y="4881129"/>
            <a:ext cx="339557" cy="170260"/>
          </a:xfrm>
          <a:prstGeom prst="rect">
            <a:avLst/>
          </a:prstGeom>
        </p:spPr>
        <p:txBody>
          <a:bodyPr lIns="0" tIns="35986"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algn="r" defTabSz="914007">
              <a:defRPr/>
            </a:pPr>
            <a:fld id="{EB578BD5-E3A8-4354-91BC-79CE4598B8D1}" type="slidenum">
              <a:rPr lang="en-US" sz="700" smtClean="0">
                <a:solidFill>
                  <a:srgbClr val="666666"/>
                </a:solidFill>
                <a:latin typeface="Arial"/>
                <a:cs typeface="Arial" pitchFamily="34" charset="0"/>
              </a:rPr>
              <a:pPr algn="r" defTabSz="914007">
                <a:defRPr/>
              </a:pPr>
              <a:t>‹#›</a:t>
            </a:fld>
            <a:endParaRPr lang="en-US" sz="700" dirty="0">
              <a:solidFill>
                <a:srgbClr val="666666"/>
              </a:solidFill>
              <a:latin typeface="Arial"/>
              <a:cs typeface="Arial" pitchFamily="34" charset="0"/>
            </a:endParaRPr>
          </a:p>
        </p:txBody>
      </p:sp>
      <p:sp>
        <p:nvSpPr>
          <p:cNvPr id="7" name="Rectangle 6"/>
          <p:cNvSpPr/>
          <p:nvPr userDrawn="1"/>
        </p:nvSpPr>
        <p:spPr>
          <a:xfrm>
            <a:off x="262467" y="4848987"/>
            <a:ext cx="4572000" cy="219268"/>
          </a:xfrm>
          <a:prstGeom prst="rect">
            <a:avLst/>
          </a:prstGeom>
        </p:spPr>
        <p:txBody>
          <a:bodyPr lIns="91422" tIns="45711" rIns="91422" bIns="45711">
            <a:spAutoFit/>
          </a:bodyPr>
          <a:lstStyle/>
          <a:p>
            <a:pPr defTabSz="914145"/>
            <a:r>
              <a:rPr lang="en-AU" altLang="en-US" sz="800" dirty="0">
                <a:solidFill>
                  <a:srgbClr val="666666"/>
                </a:solidFill>
                <a:latin typeface="Arial"/>
                <a:ea typeface="ＭＳ Ｐゴシック" pitchFamily="34" charset="-128"/>
                <a:cs typeface="Arial" panose="020B0604020202020204" pitchFamily="34" charset="0"/>
              </a:rPr>
              <a:t>Copyright © 2016 Accenture  All rights reserved.</a:t>
            </a:r>
          </a:p>
        </p:txBody>
      </p:sp>
    </p:spTree>
    <p:extLst>
      <p:ext uri="{BB962C8B-B14F-4D97-AF65-F5344CB8AC3E}">
        <p14:creationId xmlns:p14="http://schemas.microsoft.com/office/powerpoint/2010/main" val="36597991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Title Slide with White Signature">
    <p:bg>
      <p:bgPr>
        <a:solidFill>
          <a:srgbClr val="194059"/>
        </a:solidFill>
        <a:effectLst/>
      </p:bgPr>
    </p:bg>
    <p:spTree>
      <p:nvGrpSpPr>
        <p:cNvPr id="1" name=""/>
        <p:cNvGrpSpPr/>
        <p:nvPr/>
      </p:nvGrpSpPr>
      <p:grpSpPr>
        <a:xfrm>
          <a:off x="0" y="0"/>
          <a:ext cx="0" cy="0"/>
          <a:chOff x="0" y="0"/>
          <a:chExt cx="0" cy="0"/>
        </a:xfrm>
      </p:grpSpPr>
      <p:sp>
        <p:nvSpPr>
          <p:cNvPr id="2" name="Title 1"/>
          <p:cNvSpPr>
            <a:spLocks noGrp="1"/>
          </p:cNvSpPr>
          <p:nvPr userDrawn="1">
            <p:ph type="ctrTitle" hasCustomPrompt="1"/>
          </p:nvPr>
        </p:nvSpPr>
        <p:spPr>
          <a:xfrm>
            <a:off x="3634188" y="3504197"/>
            <a:ext cx="5008296" cy="747713"/>
          </a:xfrm>
          <a:prstGeom prst="rect">
            <a:avLst/>
          </a:prstGeom>
        </p:spPr>
        <p:txBody>
          <a:bodyPr lIns="0" tIns="0" anchor="b" anchorCtr="0">
            <a:noAutofit/>
          </a:bodyPr>
          <a:lstStyle>
            <a:lvl1pPr algn="l">
              <a:lnSpc>
                <a:spcPct val="100000"/>
              </a:lnSpc>
              <a:defRPr sz="2100" b="1" spc="0" baseline="0">
                <a:solidFill>
                  <a:schemeClr val="bg1"/>
                </a:solidFill>
                <a:latin typeface="+mj-lt"/>
                <a:cs typeface="Arial" pitchFamily="34" charset="0"/>
              </a:defRPr>
            </a:lvl1pPr>
          </a:lstStyle>
          <a:p>
            <a:r>
              <a:rPr lang="en-US" dirty="0"/>
              <a:t>Click to edit Master title style </a:t>
            </a:r>
            <a:endParaRPr lang="en-GB" dirty="0"/>
          </a:p>
        </p:txBody>
      </p:sp>
      <p:grpSp>
        <p:nvGrpSpPr>
          <p:cNvPr id="3" name="Group 2"/>
          <p:cNvGrpSpPr/>
          <p:nvPr userDrawn="1"/>
        </p:nvGrpSpPr>
        <p:grpSpPr>
          <a:xfrm>
            <a:off x="33155" y="1006991"/>
            <a:ext cx="3450941" cy="3844432"/>
            <a:chOff x="44189" y="1342654"/>
            <a:chExt cx="4599457" cy="5125909"/>
          </a:xfrm>
        </p:grpSpPr>
        <p:sp>
          <p:nvSpPr>
            <p:cNvPr id="35" name="Bent Arrow 34"/>
            <p:cNvSpPr/>
            <p:nvPr userDrawn="1"/>
          </p:nvSpPr>
          <p:spPr>
            <a:xfrm>
              <a:off x="2486014" y="3268275"/>
              <a:ext cx="1676713" cy="2723659"/>
            </a:xfrm>
            <a:prstGeom prst="bentArrow">
              <a:avLst>
                <a:gd name="adj1" fmla="val 25000"/>
                <a:gd name="adj2" fmla="val 3104"/>
                <a:gd name="adj3" fmla="val 0"/>
                <a:gd name="adj4" fmla="val 19937"/>
              </a:avLst>
            </a:prstGeom>
            <a:solidFill>
              <a:schemeClr val="accent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36" name="Bent Arrow 35"/>
            <p:cNvSpPr/>
            <p:nvPr userDrawn="1"/>
          </p:nvSpPr>
          <p:spPr>
            <a:xfrm flipH="1">
              <a:off x="1426198" y="1668539"/>
              <a:ext cx="558774" cy="3524657"/>
            </a:xfrm>
            <a:prstGeom prst="bentArrow">
              <a:avLst>
                <a:gd name="adj1" fmla="val 25000"/>
                <a:gd name="adj2" fmla="val 8676"/>
                <a:gd name="adj3" fmla="val 0"/>
                <a:gd name="adj4" fmla="val 32961"/>
              </a:avLst>
            </a:prstGeom>
            <a:solidFill>
              <a:schemeClr val="accent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dirty="0">
                <a:solidFill>
                  <a:schemeClr val="tx1"/>
                </a:solidFill>
              </a:endParaRPr>
            </a:p>
          </p:txBody>
        </p:sp>
        <p:sp>
          <p:nvSpPr>
            <p:cNvPr id="37" name="Bent Arrow 36"/>
            <p:cNvSpPr/>
            <p:nvPr userDrawn="1"/>
          </p:nvSpPr>
          <p:spPr>
            <a:xfrm>
              <a:off x="2205561" y="2007168"/>
              <a:ext cx="558774" cy="3187985"/>
            </a:xfrm>
            <a:prstGeom prst="bentArrow">
              <a:avLst>
                <a:gd name="adj1" fmla="val 25000"/>
                <a:gd name="adj2" fmla="val 8676"/>
                <a:gd name="adj3" fmla="val 0"/>
                <a:gd name="adj4" fmla="val 32961"/>
              </a:avLst>
            </a:prstGeom>
            <a:solidFill>
              <a:schemeClr val="accent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dirty="0">
                <a:solidFill>
                  <a:schemeClr val="tx1"/>
                </a:solidFill>
              </a:endParaRPr>
            </a:p>
          </p:txBody>
        </p:sp>
        <p:sp>
          <p:nvSpPr>
            <p:cNvPr id="38" name="Bent Arrow 37"/>
            <p:cNvSpPr/>
            <p:nvPr userDrawn="1"/>
          </p:nvSpPr>
          <p:spPr>
            <a:xfrm flipH="1">
              <a:off x="1283922" y="2656544"/>
              <a:ext cx="558774" cy="2772308"/>
            </a:xfrm>
            <a:prstGeom prst="bentArrow">
              <a:avLst>
                <a:gd name="adj1" fmla="val 25000"/>
                <a:gd name="adj2" fmla="val 8676"/>
                <a:gd name="adj3" fmla="val 0"/>
                <a:gd name="adj4" fmla="val 32961"/>
              </a:avLst>
            </a:prstGeom>
            <a:solidFill>
              <a:schemeClr val="accent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dirty="0">
                <a:solidFill>
                  <a:schemeClr val="tx1"/>
                </a:solidFill>
              </a:endParaRPr>
            </a:p>
          </p:txBody>
        </p:sp>
        <p:sp>
          <p:nvSpPr>
            <p:cNvPr id="39" name="Bent Arrow 38"/>
            <p:cNvSpPr/>
            <p:nvPr userDrawn="1"/>
          </p:nvSpPr>
          <p:spPr>
            <a:xfrm flipH="1">
              <a:off x="1565533" y="3627022"/>
              <a:ext cx="558774" cy="1801830"/>
            </a:xfrm>
            <a:prstGeom prst="bentArrow">
              <a:avLst>
                <a:gd name="adj1" fmla="val 25000"/>
                <a:gd name="adj2" fmla="val 8676"/>
                <a:gd name="adj3" fmla="val 0"/>
                <a:gd name="adj4" fmla="val 32961"/>
              </a:avLst>
            </a:prstGeom>
            <a:solidFill>
              <a:schemeClr val="accent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dirty="0">
                <a:solidFill>
                  <a:schemeClr val="tx1"/>
                </a:solidFill>
              </a:endParaRPr>
            </a:p>
          </p:txBody>
        </p:sp>
        <p:sp>
          <p:nvSpPr>
            <p:cNvPr id="40" name="Bent Arrow 39"/>
            <p:cNvSpPr/>
            <p:nvPr userDrawn="1"/>
          </p:nvSpPr>
          <p:spPr>
            <a:xfrm>
              <a:off x="2343276" y="3946648"/>
              <a:ext cx="558774" cy="2045286"/>
            </a:xfrm>
            <a:prstGeom prst="bentArrow">
              <a:avLst>
                <a:gd name="adj1" fmla="val 25000"/>
                <a:gd name="adj2" fmla="val 8676"/>
                <a:gd name="adj3" fmla="val 0"/>
                <a:gd name="adj4" fmla="val 32961"/>
              </a:avLst>
            </a:prstGeom>
            <a:solidFill>
              <a:schemeClr val="accent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sp>
          <p:nvSpPr>
            <p:cNvPr id="41" name="Bent Arrow 40"/>
            <p:cNvSpPr/>
            <p:nvPr userDrawn="1"/>
          </p:nvSpPr>
          <p:spPr>
            <a:xfrm flipH="1">
              <a:off x="1144109" y="4450094"/>
              <a:ext cx="558774" cy="1126163"/>
            </a:xfrm>
            <a:prstGeom prst="bentArrow">
              <a:avLst>
                <a:gd name="adj1" fmla="val 25000"/>
                <a:gd name="adj2" fmla="val 8676"/>
                <a:gd name="adj3" fmla="val 0"/>
                <a:gd name="adj4" fmla="val 32961"/>
              </a:avLst>
            </a:prstGeom>
            <a:solidFill>
              <a:schemeClr val="accent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dirty="0">
                <a:solidFill>
                  <a:schemeClr val="tx1"/>
                </a:solidFill>
              </a:endParaRPr>
            </a:p>
          </p:txBody>
        </p:sp>
        <p:sp>
          <p:nvSpPr>
            <p:cNvPr id="42" name="Bent Arrow 41"/>
            <p:cNvSpPr/>
            <p:nvPr userDrawn="1"/>
          </p:nvSpPr>
          <p:spPr>
            <a:xfrm>
              <a:off x="2630029" y="2642464"/>
              <a:ext cx="558774" cy="3349470"/>
            </a:xfrm>
            <a:prstGeom prst="bentArrow">
              <a:avLst>
                <a:gd name="adj1" fmla="val 25000"/>
                <a:gd name="adj2" fmla="val 8676"/>
                <a:gd name="adj3" fmla="val 0"/>
                <a:gd name="adj4" fmla="val 32961"/>
              </a:avLst>
            </a:prstGeom>
            <a:solidFill>
              <a:schemeClr val="accent1">
                <a:lumMod val="75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tx1"/>
                </a:solidFill>
              </a:endParaRPr>
            </a:p>
          </p:txBody>
        </p:sp>
        <p:grpSp>
          <p:nvGrpSpPr>
            <p:cNvPr id="43" name="Group 42"/>
            <p:cNvGrpSpPr/>
            <p:nvPr userDrawn="1"/>
          </p:nvGrpSpPr>
          <p:grpSpPr>
            <a:xfrm>
              <a:off x="44189" y="5013176"/>
              <a:ext cx="3668651" cy="1455387"/>
              <a:chOff x="0" y="4796655"/>
              <a:chExt cx="1736726" cy="688975"/>
            </a:xfrm>
          </p:grpSpPr>
          <p:sp>
            <p:nvSpPr>
              <p:cNvPr id="44" name="Freeform 15"/>
              <p:cNvSpPr>
                <a:spLocks/>
              </p:cNvSpPr>
              <p:nvPr/>
            </p:nvSpPr>
            <p:spPr bwMode="auto">
              <a:xfrm>
                <a:off x="322263" y="4796655"/>
                <a:ext cx="1414463" cy="688975"/>
              </a:xfrm>
              <a:custGeom>
                <a:avLst/>
                <a:gdLst>
                  <a:gd name="T0" fmla="*/ 0 w 298"/>
                  <a:gd name="T1" fmla="*/ 0 h 145"/>
                  <a:gd name="T2" fmla="*/ 5 w 298"/>
                  <a:gd name="T3" fmla="*/ 0 h 145"/>
                  <a:gd name="T4" fmla="*/ 153 w 298"/>
                  <a:gd name="T5" fmla="*/ 0 h 145"/>
                  <a:gd name="T6" fmla="*/ 177 w 298"/>
                  <a:gd name="T7" fmla="*/ 24 h 145"/>
                  <a:gd name="T8" fmla="*/ 177 w 298"/>
                  <a:gd name="T9" fmla="*/ 38 h 145"/>
                  <a:gd name="T10" fmla="*/ 158 w 298"/>
                  <a:gd name="T11" fmla="*/ 57 h 145"/>
                  <a:gd name="T12" fmla="*/ 115 w 298"/>
                  <a:gd name="T13" fmla="*/ 57 h 145"/>
                  <a:gd name="T14" fmla="*/ 111 w 298"/>
                  <a:gd name="T15" fmla="*/ 57 h 145"/>
                  <a:gd name="T16" fmla="*/ 111 w 298"/>
                  <a:gd name="T17" fmla="*/ 58 h 145"/>
                  <a:gd name="T18" fmla="*/ 134 w 298"/>
                  <a:gd name="T19" fmla="*/ 70 h 145"/>
                  <a:gd name="T20" fmla="*/ 172 w 298"/>
                  <a:gd name="T21" fmla="*/ 78 h 145"/>
                  <a:gd name="T22" fmla="*/ 214 w 298"/>
                  <a:gd name="T23" fmla="*/ 61 h 145"/>
                  <a:gd name="T24" fmla="*/ 239 w 298"/>
                  <a:gd name="T25" fmla="*/ 37 h 145"/>
                  <a:gd name="T26" fmla="*/ 270 w 298"/>
                  <a:gd name="T27" fmla="*/ 35 h 145"/>
                  <a:gd name="T28" fmla="*/ 293 w 298"/>
                  <a:gd name="T29" fmla="*/ 63 h 145"/>
                  <a:gd name="T30" fmla="*/ 298 w 298"/>
                  <a:gd name="T31" fmla="*/ 74 h 145"/>
                  <a:gd name="T32" fmla="*/ 291 w 298"/>
                  <a:gd name="T33" fmla="*/ 83 h 145"/>
                  <a:gd name="T34" fmla="*/ 200 w 298"/>
                  <a:gd name="T35" fmla="*/ 136 h 145"/>
                  <a:gd name="T36" fmla="*/ 141 w 298"/>
                  <a:gd name="T37" fmla="*/ 144 h 145"/>
                  <a:gd name="T38" fmla="*/ 92 w 298"/>
                  <a:gd name="T39" fmla="*/ 136 h 145"/>
                  <a:gd name="T40" fmla="*/ 4 w 298"/>
                  <a:gd name="T41" fmla="*/ 112 h 145"/>
                  <a:gd name="T42" fmla="*/ 0 w 298"/>
                  <a:gd name="T43" fmla="*/ 107 h 145"/>
                  <a:gd name="T44" fmla="*/ 0 w 298"/>
                  <a:gd name="T45" fmla="*/ 4 h 145"/>
                  <a:gd name="T46" fmla="*/ 0 w 298"/>
                  <a:gd name="T47" fmla="*/ 0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8" h="145">
                    <a:moveTo>
                      <a:pt x="0" y="0"/>
                    </a:moveTo>
                    <a:cubicBezTo>
                      <a:pt x="2" y="0"/>
                      <a:pt x="3" y="0"/>
                      <a:pt x="5" y="0"/>
                    </a:cubicBezTo>
                    <a:cubicBezTo>
                      <a:pt x="54" y="0"/>
                      <a:pt x="104" y="0"/>
                      <a:pt x="153" y="0"/>
                    </a:cubicBezTo>
                    <a:cubicBezTo>
                      <a:pt x="167" y="0"/>
                      <a:pt x="177" y="10"/>
                      <a:pt x="177" y="24"/>
                    </a:cubicBezTo>
                    <a:cubicBezTo>
                      <a:pt x="177" y="28"/>
                      <a:pt x="176" y="33"/>
                      <a:pt x="177" y="38"/>
                    </a:cubicBezTo>
                    <a:cubicBezTo>
                      <a:pt x="177" y="51"/>
                      <a:pt x="168" y="57"/>
                      <a:pt x="158" y="57"/>
                    </a:cubicBezTo>
                    <a:cubicBezTo>
                      <a:pt x="144" y="57"/>
                      <a:pt x="129" y="57"/>
                      <a:pt x="115" y="57"/>
                    </a:cubicBezTo>
                    <a:cubicBezTo>
                      <a:pt x="114" y="57"/>
                      <a:pt x="112" y="57"/>
                      <a:pt x="111" y="57"/>
                    </a:cubicBezTo>
                    <a:cubicBezTo>
                      <a:pt x="111" y="57"/>
                      <a:pt x="111" y="58"/>
                      <a:pt x="111" y="58"/>
                    </a:cubicBezTo>
                    <a:cubicBezTo>
                      <a:pt x="119" y="62"/>
                      <a:pt x="126" y="66"/>
                      <a:pt x="134" y="70"/>
                    </a:cubicBezTo>
                    <a:cubicBezTo>
                      <a:pt x="146" y="75"/>
                      <a:pt x="158" y="79"/>
                      <a:pt x="172" y="78"/>
                    </a:cubicBezTo>
                    <a:cubicBezTo>
                      <a:pt x="188" y="78"/>
                      <a:pt x="202" y="71"/>
                      <a:pt x="214" y="61"/>
                    </a:cubicBezTo>
                    <a:cubicBezTo>
                      <a:pt x="223" y="53"/>
                      <a:pt x="231" y="45"/>
                      <a:pt x="239" y="37"/>
                    </a:cubicBezTo>
                    <a:cubicBezTo>
                      <a:pt x="249" y="27"/>
                      <a:pt x="260" y="27"/>
                      <a:pt x="270" y="35"/>
                    </a:cubicBezTo>
                    <a:cubicBezTo>
                      <a:pt x="280" y="42"/>
                      <a:pt x="287" y="52"/>
                      <a:pt x="293" y="63"/>
                    </a:cubicBezTo>
                    <a:cubicBezTo>
                      <a:pt x="295" y="66"/>
                      <a:pt x="298" y="70"/>
                      <a:pt x="298" y="74"/>
                    </a:cubicBezTo>
                    <a:cubicBezTo>
                      <a:pt x="298" y="77"/>
                      <a:pt x="294" y="80"/>
                      <a:pt x="291" y="83"/>
                    </a:cubicBezTo>
                    <a:cubicBezTo>
                      <a:pt x="266" y="109"/>
                      <a:pt x="235" y="127"/>
                      <a:pt x="200" y="136"/>
                    </a:cubicBezTo>
                    <a:cubicBezTo>
                      <a:pt x="180" y="142"/>
                      <a:pt x="161" y="145"/>
                      <a:pt x="141" y="144"/>
                    </a:cubicBezTo>
                    <a:cubicBezTo>
                      <a:pt x="124" y="142"/>
                      <a:pt x="108" y="140"/>
                      <a:pt x="92" y="136"/>
                    </a:cubicBezTo>
                    <a:cubicBezTo>
                      <a:pt x="63" y="129"/>
                      <a:pt x="33" y="120"/>
                      <a:pt x="4" y="112"/>
                    </a:cubicBezTo>
                    <a:cubicBezTo>
                      <a:pt x="1" y="111"/>
                      <a:pt x="0" y="110"/>
                      <a:pt x="0" y="107"/>
                    </a:cubicBezTo>
                    <a:cubicBezTo>
                      <a:pt x="0" y="73"/>
                      <a:pt x="0" y="38"/>
                      <a:pt x="0" y="4"/>
                    </a:cubicBezTo>
                    <a:cubicBezTo>
                      <a:pt x="0" y="3"/>
                      <a:pt x="0" y="2"/>
                      <a:pt x="0" y="0"/>
                    </a:cubicBezTo>
                    <a:close/>
                  </a:path>
                </a:pathLst>
              </a:custGeom>
              <a:solidFill>
                <a:schemeClr val="bg1">
                  <a:lumMod val="75000"/>
                </a:schemeClr>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45" name="Freeform 16"/>
              <p:cNvSpPr>
                <a:spLocks noEditPoints="1"/>
              </p:cNvSpPr>
              <p:nvPr/>
            </p:nvSpPr>
            <p:spPr bwMode="auto">
              <a:xfrm>
                <a:off x="0" y="4796655"/>
                <a:ext cx="274638" cy="541337"/>
              </a:xfrm>
              <a:custGeom>
                <a:avLst/>
                <a:gdLst>
                  <a:gd name="T0" fmla="*/ 58 w 58"/>
                  <a:gd name="T1" fmla="*/ 114 h 114"/>
                  <a:gd name="T2" fmla="*/ 0 w 58"/>
                  <a:gd name="T3" fmla="*/ 114 h 114"/>
                  <a:gd name="T4" fmla="*/ 0 w 58"/>
                  <a:gd name="T5" fmla="*/ 0 h 114"/>
                  <a:gd name="T6" fmla="*/ 58 w 58"/>
                  <a:gd name="T7" fmla="*/ 0 h 114"/>
                  <a:gd name="T8" fmla="*/ 58 w 58"/>
                  <a:gd name="T9" fmla="*/ 114 h 114"/>
                  <a:gd name="T10" fmla="*/ 46 w 58"/>
                  <a:gd name="T11" fmla="*/ 102 h 114"/>
                  <a:gd name="T12" fmla="*/ 46 w 58"/>
                  <a:gd name="T13" fmla="*/ 11 h 114"/>
                  <a:gd name="T14" fmla="*/ 12 w 58"/>
                  <a:gd name="T15" fmla="*/ 11 h 114"/>
                  <a:gd name="T16" fmla="*/ 12 w 58"/>
                  <a:gd name="T17" fmla="*/ 102 h 114"/>
                  <a:gd name="T18" fmla="*/ 46 w 58"/>
                  <a:gd name="T19" fmla="*/ 102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8" h="114">
                    <a:moveTo>
                      <a:pt x="58" y="114"/>
                    </a:moveTo>
                    <a:cubicBezTo>
                      <a:pt x="39" y="114"/>
                      <a:pt x="20" y="114"/>
                      <a:pt x="0" y="114"/>
                    </a:cubicBezTo>
                    <a:cubicBezTo>
                      <a:pt x="0" y="76"/>
                      <a:pt x="0" y="38"/>
                      <a:pt x="0" y="0"/>
                    </a:cubicBezTo>
                    <a:cubicBezTo>
                      <a:pt x="19" y="0"/>
                      <a:pt x="39" y="0"/>
                      <a:pt x="58" y="0"/>
                    </a:cubicBezTo>
                    <a:cubicBezTo>
                      <a:pt x="58" y="38"/>
                      <a:pt x="58" y="76"/>
                      <a:pt x="58" y="114"/>
                    </a:cubicBezTo>
                    <a:close/>
                    <a:moveTo>
                      <a:pt x="46" y="102"/>
                    </a:moveTo>
                    <a:cubicBezTo>
                      <a:pt x="46" y="72"/>
                      <a:pt x="46" y="41"/>
                      <a:pt x="46" y="11"/>
                    </a:cubicBezTo>
                    <a:cubicBezTo>
                      <a:pt x="35" y="11"/>
                      <a:pt x="23" y="11"/>
                      <a:pt x="12" y="11"/>
                    </a:cubicBezTo>
                    <a:cubicBezTo>
                      <a:pt x="12" y="42"/>
                      <a:pt x="12" y="72"/>
                      <a:pt x="12" y="102"/>
                    </a:cubicBezTo>
                    <a:cubicBezTo>
                      <a:pt x="24" y="102"/>
                      <a:pt x="35" y="102"/>
                      <a:pt x="46" y="102"/>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46" name="Freeform 19"/>
              <p:cNvSpPr>
                <a:spLocks/>
              </p:cNvSpPr>
              <p:nvPr/>
            </p:nvSpPr>
            <p:spPr bwMode="auto">
              <a:xfrm>
                <a:off x="28575" y="4820468"/>
                <a:ext cx="217488" cy="490537"/>
              </a:xfrm>
              <a:custGeom>
                <a:avLst/>
                <a:gdLst>
                  <a:gd name="T0" fmla="*/ 34 w 34"/>
                  <a:gd name="T1" fmla="*/ 91 h 91"/>
                  <a:gd name="T2" fmla="*/ 0 w 34"/>
                  <a:gd name="T3" fmla="*/ 91 h 91"/>
                  <a:gd name="T4" fmla="*/ 0 w 34"/>
                  <a:gd name="T5" fmla="*/ 0 h 91"/>
                  <a:gd name="T6" fmla="*/ 34 w 34"/>
                  <a:gd name="T7" fmla="*/ 0 h 91"/>
                  <a:gd name="T8" fmla="*/ 34 w 34"/>
                  <a:gd name="T9" fmla="*/ 91 h 91"/>
                </a:gdLst>
                <a:ahLst/>
                <a:cxnLst>
                  <a:cxn ang="0">
                    <a:pos x="T0" y="T1"/>
                  </a:cxn>
                  <a:cxn ang="0">
                    <a:pos x="T2" y="T3"/>
                  </a:cxn>
                  <a:cxn ang="0">
                    <a:pos x="T4" y="T5"/>
                  </a:cxn>
                  <a:cxn ang="0">
                    <a:pos x="T6" y="T7"/>
                  </a:cxn>
                  <a:cxn ang="0">
                    <a:pos x="T8" y="T9"/>
                  </a:cxn>
                </a:cxnLst>
                <a:rect l="0" t="0" r="r" b="b"/>
                <a:pathLst>
                  <a:path w="34" h="91">
                    <a:moveTo>
                      <a:pt x="34" y="91"/>
                    </a:moveTo>
                    <a:cubicBezTo>
                      <a:pt x="23" y="91"/>
                      <a:pt x="12" y="91"/>
                      <a:pt x="0" y="91"/>
                    </a:cubicBezTo>
                    <a:cubicBezTo>
                      <a:pt x="0" y="61"/>
                      <a:pt x="0" y="31"/>
                      <a:pt x="0" y="0"/>
                    </a:cubicBezTo>
                    <a:cubicBezTo>
                      <a:pt x="11" y="0"/>
                      <a:pt x="23" y="0"/>
                      <a:pt x="34" y="0"/>
                    </a:cubicBezTo>
                    <a:cubicBezTo>
                      <a:pt x="34" y="30"/>
                      <a:pt x="34" y="61"/>
                      <a:pt x="34" y="91"/>
                    </a:cubicBez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grpSp>
        <p:sp>
          <p:nvSpPr>
            <p:cNvPr id="47" name="Oval 46"/>
            <p:cNvSpPr/>
            <p:nvPr userDrawn="1"/>
          </p:nvSpPr>
          <p:spPr>
            <a:xfrm>
              <a:off x="3149475" y="2317288"/>
              <a:ext cx="720080" cy="720080"/>
            </a:xfrm>
            <a:prstGeom prst="ellipse">
              <a:avLst/>
            </a:prstGeom>
            <a:gradFill>
              <a:gsLst>
                <a:gs pos="0">
                  <a:srgbClr val="194059"/>
                </a:gs>
                <a:gs pos="100000">
                  <a:srgbClr val="15314B"/>
                </a:gs>
              </a:gsLst>
              <a:path path="circle">
                <a:fillToRect l="50000" t="50000" r="50000" b="50000"/>
              </a:path>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dirty="0"/>
            </a:p>
          </p:txBody>
        </p:sp>
        <p:sp>
          <p:nvSpPr>
            <p:cNvPr id="48" name="Oval 47"/>
            <p:cNvSpPr/>
            <p:nvPr userDrawn="1"/>
          </p:nvSpPr>
          <p:spPr>
            <a:xfrm>
              <a:off x="2880375" y="3631479"/>
              <a:ext cx="720080" cy="720080"/>
            </a:xfrm>
            <a:prstGeom prst="ellipse">
              <a:avLst/>
            </a:prstGeom>
            <a:gradFill>
              <a:gsLst>
                <a:gs pos="0">
                  <a:srgbClr val="194059"/>
                </a:gs>
                <a:gs pos="100000">
                  <a:srgbClr val="15314B"/>
                </a:gs>
              </a:gsLst>
              <a:path path="circle">
                <a:fillToRect l="50000" t="50000" r="50000" b="50000"/>
              </a:path>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dirty="0"/>
            </a:p>
          </p:txBody>
        </p:sp>
        <p:sp>
          <p:nvSpPr>
            <p:cNvPr id="49" name="Oval 48"/>
            <p:cNvSpPr/>
            <p:nvPr userDrawn="1"/>
          </p:nvSpPr>
          <p:spPr>
            <a:xfrm>
              <a:off x="2458584" y="1695591"/>
              <a:ext cx="720080" cy="720080"/>
            </a:xfrm>
            <a:prstGeom prst="ellipse">
              <a:avLst/>
            </a:prstGeom>
            <a:gradFill>
              <a:gsLst>
                <a:gs pos="0">
                  <a:srgbClr val="194059"/>
                </a:gs>
                <a:gs pos="100000">
                  <a:srgbClr val="15314B"/>
                </a:gs>
              </a:gsLst>
              <a:path path="circle">
                <a:fillToRect l="50000" t="50000" r="50000" b="50000"/>
              </a:path>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dirty="0"/>
            </a:p>
          </p:txBody>
        </p:sp>
        <p:sp>
          <p:nvSpPr>
            <p:cNvPr id="50" name="Oval 49"/>
            <p:cNvSpPr/>
            <p:nvPr userDrawn="1"/>
          </p:nvSpPr>
          <p:spPr>
            <a:xfrm>
              <a:off x="739447" y="2326813"/>
              <a:ext cx="720080" cy="720080"/>
            </a:xfrm>
            <a:prstGeom prst="ellipse">
              <a:avLst/>
            </a:prstGeom>
            <a:gradFill>
              <a:gsLst>
                <a:gs pos="0">
                  <a:srgbClr val="194059"/>
                </a:gs>
                <a:gs pos="100000">
                  <a:srgbClr val="15314B"/>
                </a:gs>
              </a:gsLst>
              <a:path path="circle">
                <a:fillToRect l="50000" t="50000" r="50000" b="50000"/>
              </a:path>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dirty="0"/>
            </a:p>
          </p:txBody>
        </p:sp>
        <p:sp>
          <p:nvSpPr>
            <p:cNvPr id="51" name="Oval 50"/>
            <p:cNvSpPr/>
            <p:nvPr userDrawn="1"/>
          </p:nvSpPr>
          <p:spPr>
            <a:xfrm>
              <a:off x="903638" y="3321623"/>
              <a:ext cx="720080" cy="720080"/>
            </a:xfrm>
            <a:prstGeom prst="ellipse">
              <a:avLst/>
            </a:prstGeom>
            <a:gradFill>
              <a:gsLst>
                <a:gs pos="0">
                  <a:srgbClr val="194059"/>
                </a:gs>
                <a:gs pos="100000">
                  <a:srgbClr val="15314B"/>
                </a:gs>
              </a:gsLst>
              <a:path path="circle">
                <a:fillToRect l="50000" t="50000" r="50000" b="50000"/>
              </a:path>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dirty="0"/>
            </a:p>
          </p:txBody>
        </p:sp>
        <p:sp>
          <p:nvSpPr>
            <p:cNvPr id="52" name="Oval 51"/>
            <p:cNvSpPr/>
            <p:nvPr userDrawn="1"/>
          </p:nvSpPr>
          <p:spPr>
            <a:xfrm>
              <a:off x="624333" y="4130282"/>
              <a:ext cx="720080" cy="720080"/>
            </a:xfrm>
            <a:prstGeom prst="ellipse">
              <a:avLst/>
            </a:prstGeom>
            <a:gradFill>
              <a:gsLst>
                <a:gs pos="0">
                  <a:srgbClr val="194059"/>
                </a:gs>
                <a:gs pos="100000">
                  <a:srgbClr val="15314B"/>
                </a:gs>
              </a:gsLst>
              <a:path path="circle">
                <a:fillToRect l="50000" t="50000" r="50000" b="50000"/>
              </a:path>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dirty="0"/>
            </a:p>
          </p:txBody>
        </p:sp>
        <p:sp>
          <p:nvSpPr>
            <p:cNvPr id="53" name="Oval 52"/>
            <p:cNvSpPr/>
            <p:nvPr userDrawn="1"/>
          </p:nvSpPr>
          <p:spPr>
            <a:xfrm>
              <a:off x="903638" y="1342654"/>
              <a:ext cx="720080" cy="720080"/>
            </a:xfrm>
            <a:prstGeom prst="ellipse">
              <a:avLst/>
            </a:prstGeom>
            <a:gradFill>
              <a:gsLst>
                <a:gs pos="0">
                  <a:srgbClr val="194059"/>
                </a:gs>
                <a:gs pos="100000">
                  <a:srgbClr val="15314B"/>
                </a:gs>
              </a:gsLst>
              <a:path path="circle">
                <a:fillToRect l="50000" t="50000" r="50000" b="50000"/>
              </a:path>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dirty="0"/>
            </a:p>
          </p:txBody>
        </p:sp>
        <p:sp>
          <p:nvSpPr>
            <p:cNvPr id="54" name="Freeform 5"/>
            <p:cNvSpPr>
              <a:spLocks noEditPoints="1"/>
            </p:cNvSpPr>
            <p:nvPr userDrawn="1"/>
          </p:nvSpPr>
          <p:spPr bwMode="auto">
            <a:xfrm>
              <a:off x="3259692" y="2454440"/>
              <a:ext cx="499645" cy="445775"/>
            </a:xfrm>
            <a:custGeom>
              <a:avLst/>
              <a:gdLst>
                <a:gd name="T0" fmla="*/ 326 w 328"/>
                <a:gd name="T1" fmla="*/ 272 h 293"/>
                <a:gd name="T2" fmla="*/ 294 w 328"/>
                <a:gd name="T3" fmla="*/ 204 h 293"/>
                <a:gd name="T4" fmla="*/ 277 w 328"/>
                <a:gd name="T5" fmla="*/ 192 h 293"/>
                <a:gd name="T6" fmla="*/ 241 w 328"/>
                <a:gd name="T7" fmla="*/ 192 h 293"/>
                <a:gd name="T8" fmla="*/ 241 w 328"/>
                <a:gd name="T9" fmla="*/ 182 h 293"/>
                <a:gd name="T10" fmla="*/ 270 w 328"/>
                <a:gd name="T11" fmla="*/ 182 h 293"/>
                <a:gd name="T12" fmla="*/ 292 w 328"/>
                <a:gd name="T13" fmla="*/ 158 h 293"/>
                <a:gd name="T14" fmla="*/ 292 w 328"/>
                <a:gd name="T15" fmla="*/ 23 h 293"/>
                <a:gd name="T16" fmla="*/ 270 w 328"/>
                <a:gd name="T17" fmla="*/ 0 h 293"/>
                <a:gd name="T18" fmla="*/ 57 w 328"/>
                <a:gd name="T19" fmla="*/ 0 h 293"/>
                <a:gd name="T20" fmla="*/ 35 w 328"/>
                <a:gd name="T21" fmla="*/ 23 h 293"/>
                <a:gd name="T22" fmla="*/ 35 w 328"/>
                <a:gd name="T23" fmla="*/ 158 h 293"/>
                <a:gd name="T24" fmla="*/ 57 w 328"/>
                <a:gd name="T25" fmla="*/ 182 h 293"/>
                <a:gd name="T26" fmla="*/ 87 w 328"/>
                <a:gd name="T27" fmla="*/ 182 h 293"/>
                <a:gd name="T28" fmla="*/ 87 w 328"/>
                <a:gd name="T29" fmla="*/ 192 h 293"/>
                <a:gd name="T30" fmla="*/ 51 w 328"/>
                <a:gd name="T31" fmla="*/ 192 h 293"/>
                <a:gd name="T32" fmla="*/ 33 w 328"/>
                <a:gd name="T33" fmla="*/ 204 h 293"/>
                <a:gd name="T34" fmla="*/ 2 w 328"/>
                <a:gd name="T35" fmla="*/ 272 h 293"/>
                <a:gd name="T36" fmla="*/ 2 w 328"/>
                <a:gd name="T37" fmla="*/ 286 h 293"/>
                <a:gd name="T38" fmla="*/ 14 w 328"/>
                <a:gd name="T39" fmla="*/ 293 h 293"/>
                <a:gd name="T40" fmla="*/ 98 w 328"/>
                <a:gd name="T41" fmla="*/ 293 h 293"/>
                <a:gd name="T42" fmla="*/ 99 w 328"/>
                <a:gd name="T43" fmla="*/ 293 h 293"/>
                <a:gd name="T44" fmla="*/ 164 w 328"/>
                <a:gd name="T45" fmla="*/ 293 h 293"/>
                <a:gd name="T46" fmla="*/ 229 w 328"/>
                <a:gd name="T47" fmla="*/ 293 h 293"/>
                <a:gd name="T48" fmla="*/ 230 w 328"/>
                <a:gd name="T49" fmla="*/ 293 h 293"/>
                <a:gd name="T50" fmla="*/ 314 w 328"/>
                <a:gd name="T51" fmla="*/ 293 h 293"/>
                <a:gd name="T52" fmla="*/ 325 w 328"/>
                <a:gd name="T53" fmla="*/ 286 h 293"/>
                <a:gd name="T54" fmla="*/ 326 w 328"/>
                <a:gd name="T55" fmla="*/ 272 h 293"/>
                <a:gd name="T56" fmla="*/ 54 w 328"/>
                <a:gd name="T57" fmla="*/ 158 h 293"/>
                <a:gd name="T58" fmla="*/ 54 w 328"/>
                <a:gd name="T59" fmla="*/ 23 h 293"/>
                <a:gd name="T60" fmla="*/ 57 w 328"/>
                <a:gd name="T61" fmla="*/ 19 h 293"/>
                <a:gd name="T62" fmla="*/ 270 w 328"/>
                <a:gd name="T63" fmla="*/ 19 h 293"/>
                <a:gd name="T64" fmla="*/ 274 w 328"/>
                <a:gd name="T65" fmla="*/ 23 h 293"/>
                <a:gd name="T66" fmla="*/ 274 w 328"/>
                <a:gd name="T67" fmla="*/ 158 h 293"/>
                <a:gd name="T68" fmla="*/ 270 w 328"/>
                <a:gd name="T69" fmla="*/ 162 h 293"/>
                <a:gd name="T70" fmla="*/ 57 w 328"/>
                <a:gd name="T71" fmla="*/ 162 h 293"/>
                <a:gd name="T72" fmla="*/ 54 w 328"/>
                <a:gd name="T73" fmla="*/ 158 h 293"/>
                <a:gd name="T74" fmla="*/ 217 w 328"/>
                <a:gd name="T75" fmla="*/ 268 h 293"/>
                <a:gd name="T76" fmla="*/ 214 w 328"/>
                <a:gd name="T77" fmla="*/ 270 h 293"/>
                <a:gd name="T78" fmla="*/ 189 w 328"/>
                <a:gd name="T79" fmla="*/ 270 h 293"/>
                <a:gd name="T80" fmla="*/ 178 w 328"/>
                <a:gd name="T81" fmla="*/ 270 h 293"/>
                <a:gd name="T82" fmla="*/ 150 w 328"/>
                <a:gd name="T83" fmla="*/ 270 h 293"/>
                <a:gd name="T84" fmla="*/ 139 w 328"/>
                <a:gd name="T85" fmla="*/ 270 h 293"/>
                <a:gd name="T86" fmla="*/ 114 w 328"/>
                <a:gd name="T87" fmla="*/ 270 h 293"/>
                <a:gd name="T88" fmla="*/ 110 w 328"/>
                <a:gd name="T89" fmla="*/ 268 h 293"/>
                <a:gd name="T90" fmla="*/ 109 w 328"/>
                <a:gd name="T91" fmla="*/ 264 h 293"/>
                <a:gd name="T92" fmla="*/ 114 w 328"/>
                <a:gd name="T93" fmla="*/ 244 h 293"/>
                <a:gd name="T94" fmla="*/ 118 w 328"/>
                <a:gd name="T95" fmla="*/ 240 h 293"/>
                <a:gd name="T96" fmla="*/ 142 w 328"/>
                <a:gd name="T97" fmla="*/ 240 h 293"/>
                <a:gd name="T98" fmla="*/ 185 w 328"/>
                <a:gd name="T99" fmla="*/ 240 h 293"/>
                <a:gd name="T100" fmla="*/ 209 w 328"/>
                <a:gd name="T101" fmla="*/ 240 h 293"/>
                <a:gd name="T102" fmla="*/ 214 w 328"/>
                <a:gd name="T103" fmla="*/ 244 h 293"/>
                <a:gd name="T104" fmla="*/ 218 w 328"/>
                <a:gd name="T105" fmla="*/ 264 h 293"/>
                <a:gd name="T106" fmla="*/ 217 w 328"/>
                <a:gd name="T107" fmla="*/ 268 h 2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28" h="293">
                  <a:moveTo>
                    <a:pt x="326" y="272"/>
                  </a:moveTo>
                  <a:cubicBezTo>
                    <a:pt x="294" y="204"/>
                    <a:pt x="294" y="204"/>
                    <a:pt x="294" y="204"/>
                  </a:cubicBezTo>
                  <a:cubicBezTo>
                    <a:pt x="291" y="197"/>
                    <a:pt x="284" y="192"/>
                    <a:pt x="277" y="192"/>
                  </a:cubicBezTo>
                  <a:cubicBezTo>
                    <a:pt x="241" y="192"/>
                    <a:pt x="241" y="192"/>
                    <a:pt x="241" y="192"/>
                  </a:cubicBezTo>
                  <a:cubicBezTo>
                    <a:pt x="241" y="182"/>
                    <a:pt x="241" y="182"/>
                    <a:pt x="241" y="182"/>
                  </a:cubicBezTo>
                  <a:cubicBezTo>
                    <a:pt x="270" y="182"/>
                    <a:pt x="270" y="182"/>
                    <a:pt x="270" y="182"/>
                  </a:cubicBezTo>
                  <a:cubicBezTo>
                    <a:pt x="283" y="182"/>
                    <a:pt x="292" y="171"/>
                    <a:pt x="292" y="158"/>
                  </a:cubicBezTo>
                  <a:cubicBezTo>
                    <a:pt x="292" y="23"/>
                    <a:pt x="292" y="23"/>
                    <a:pt x="292" y="23"/>
                  </a:cubicBezTo>
                  <a:cubicBezTo>
                    <a:pt x="292" y="10"/>
                    <a:pt x="283" y="0"/>
                    <a:pt x="270" y="0"/>
                  </a:cubicBezTo>
                  <a:cubicBezTo>
                    <a:pt x="57" y="0"/>
                    <a:pt x="57" y="0"/>
                    <a:pt x="57" y="0"/>
                  </a:cubicBezTo>
                  <a:cubicBezTo>
                    <a:pt x="45" y="0"/>
                    <a:pt x="35" y="10"/>
                    <a:pt x="35" y="23"/>
                  </a:cubicBezTo>
                  <a:cubicBezTo>
                    <a:pt x="35" y="158"/>
                    <a:pt x="35" y="158"/>
                    <a:pt x="35" y="158"/>
                  </a:cubicBezTo>
                  <a:cubicBezTo>
                    <a:pt x="35" y="171"/>
                    <a:pt x="45" y="182"/>
                    <a:pt x="57" y="182"/>
                  </a:cubicBezTo>
                  <a:cubicBezTo>
                    <a:pt x="87" y="182"/>
                    <a:pt x="87" y="182"/>
                    <a:pt x="87" y="182"/>
                  </a:cubicBezTo>
                  <a:cubicBezTo>
                    <a:pt x="87" y="192"/>
                    <a:pt x="87" y="192"/>
                    <a:pt x="87" y="192"/>
                  </a:cubicBezTo>
                  <a:cubicBezTo>
                    <a:pt x="51" y="192"/>
                    <a:pt x="51" y="192"/>
                    <a:pt x="51" y="192"/>
                  </a:cubicBezTo>
                  <a:cubicBezTo>
                    <a:pt x="44" y="192"/>
                    <a:pt x="37" y="197"/>
                    <a:pt x="33" y="204"/>
                  </a:cubicBezTo>
                  <a:cubicBezTo>
                    <a:pt x="2" y="272"/>
                    <a:pt x="2" y="272"/>
                    <a:pt x="2" y="272"/>
                  </a:cubicBezTo>
                  <a:cubicBezTo>
                    <a:pt x="0" y="277"/>
                    <a:pt x="0" y="282"/>
                    <a:pt x="2" y="286"/>
                  </a:cubicBezTo>
                  <a:cubicBezTo>
                    <a:pt x="5" y="290"/>
                    <a:pt x="9" y="293"/>
                    <a:pt x="14" y="293"/>
                  </a:cubicBezTo>
                  <a:cubicBezTo>
                    <a:pt x="98" y="293"/>
                    <a:pt x="98" y="293"/>
                    <a:pt x="98" y="293"/>
                  </a:cubicBezTo>
                  <a:cubicBezTo>
                    <a:pt x="98" y="293"/>
                    <a:pt x="98" y="293"/>
                    <a:pt x="99" y="293"/>
                  </a:cubicBezTo>
                  <a:cubicBezTo>
                    <a:pt x="164" y="293"/>
                    <a:pt x="164" y="293"/>
                    <a:pt x="164" y="293"/>
                  </a:cubicBezTo>
                  <a:cubicBezTo>
                    <a:pt x="229" y="293"/>
                    <a:pt x="229" y="293"/>
                    <a:pt x="229" y="293"/>
                  </a:cubicBezTo>
                  <a:cubicBezTo>
                    <a:pt x="229" y="293"/>
                    <a:pt x="229" y="293"/>
                    <a:pt x="230" y="293"/>
                  </a:cubicBezTo>
                  <a:cubicBezTo>
                    <a:pt x="314" y="293"/>
                    <a:pt x="314" y="293"/>
                    <a:pt x="314" y="293"/>
                  </a:cubicBezTo>
                  <a:cubicBezTo>
                    <a:pt x="319" y="293"/>
                    <a:pt x="323" y="290"/>
                    <a:pt x="325" y="286"/>
                  </a:cubicBezTo>
                  <a:cubicBezTo>
                    <a:pt x="328" y="282"/>
                    <a:pt x="328" y="277"/>
                    <a:pt x="326" y="272"/>
                  </a:cubicBezTo>
                  <a:close/>
                  <a:moveTo>
                    <a:pt x="54" y="158"/>
                  </a:moveTo>
                  <a:cubicBezTo>
                    <a:pt x="54" y="23"/>
                    <a:pt x="54" y="23"/>
                    <a:pt x="54" y="23"/>
                  </a:cubicBezTo>
                  <a:cubicBezTo>
                    <a:pt x="54" y="21"/>
                    <a:pt x="55" y="19"/>
                    <a:pt x="57" y="19"/>
                  </a:cubicBezTo>
                  <a:cubicBezTo>
                    <a:pt x="270" y="19"/>
                    <a:pt x="270" y="19"/>
                    <a:pt x="270" y="19"/>
                  </a:cubicBezTo>
                  <a:cubicBezTo>
                    <a:pt x="272" y="19"/>
                    <a:pt x="274" y="21"/>
                    <a:pt x="274" y="23"/>
                  </a:cubicBezTo>
                  <a:cubicBezTo>
                    <a:pt x="274" y="158"/>
                    <a:pt x="274" y="158"/>
                    <a:pt x="274" y="158"/>
                  </a:cubicBezTo>
                  <a:cubicBezTo>
                    <a:pt x="274" y="160"/>
                    <a:pt x="272" y="162"/>
                    <a:pt x="270" y="162"/>
                  </a:cubicBezTo>
                  <a:cubicBezTo>
                    <a:pt x="57" y="162"/>
                    <a:pt x="57" y="162"/>
                    <a:pt x="57" y="162"/>
                  </a:cubicBezTo>
                  <a:cubicBezTo>
                    <a:pt x="55" y="162"/>
                    <a:pt x="54" y="160"/>
                    <a:pt x="54" y="158"/>
                  </a:cubicBezTo>
                  <a:close/>
                  <a:moveTo>
                    <a:pt x="217" y="268"/>
                  </a:moveTo>
                  <a:cubicBezTo>
                    <a:pt x="216" y="269"/>
                    <a:pt x="215" y="270"/>
                    <a:pt x="214" y="270"/>
                  </a:cubicBezTo>
                  <a:cubicBezTo>
                    <a:pt x="189" y="270"/>
                    <a:pt x="189" y="270"/>
                    <a:pt x="189" y="270"/>
                  </a:cubicBezTo>
                  <a:cubicBezTo>
                    <a:pt x="178" y="270"/>
                    <a:pt x="178" y="270"/>
                    <a:pt x="178" y="270"/>
                  </a:cubicBezTo>
                  <a:cubicBezTo>
                    <a:pt x="150" y="270"/>
                    <a:pt x="150" y="270"/>
                    <a:pt x="150" y="270"/>
                  </a:cubicBezTo>
                  <a:cubicBezTo>
                    <a:pt x="139" y="270"/>
                    <a:pt x="139" y="270"/>
                    <a:pt x="139" y="270"/>
                  </a:cubicBezTo>
                  <a:cubicBezTo>
                    <a:pt x="114" y="270"/>
                    <a:pt x="114" y="270"/>
                    <a:pt x="114" y="270"/>
                  </a:cubicBezTo>
                  <a:cubicBezTo>
                    <a:pt x="113" y="270"/>
                    <a:pt x="111" y="269"/>
                    <a:pt x="110" y="268"/>
                  </a:cubicBezTo>
                  <a:cubicBezTo>
                    <a:pt x="109" y="267"/>
                    <a:pt x="109" y="266"/>
                    <a:pt x="109" y="264"/>
                  </a:cubicBezTo>
                  <a:cubicBezTo>
                    <a:pt x="114" y="244"/>
                    <a:pt x="114" y="244"/>
                    <a:pt x="114" y="244"/>
                  </a:cubicBezTo>
                  <a:cubicBezTo>
                    <a:pt x="114" y="242"/>
                    <a:pt x="116" y="240"/>
                    <a:pt x="118" y="240"/>
                  </a:cubicBezTo>
                  <a:cubicBezTo>
                    <a:pt x="142" y="240"/>
                    <a:pt x="142" y="240"/>
                    <a:pt x="142" y="240"/>
                  </a:cubicBezTo>
                  <a:cubicBezTo>
                    <a:pt x="185" y="240"/>
                    <a:pt x="185" y="240"/>
                    <a:pt x="185" y="240"/>
                  </a:cubicBezTo>
                  <a:cubicBezTo>
                    <a:pt x="209" y="240"/>
                    <a:pt x="209" y="240"/>
                    <a:pt x="209" y="240"/>
                  </a:cubicBezTo>
                  <a:cubicBezTo>
                    <a:pt x="211" y="240"/>
                    <a:pt x="213" y="242"/>
                    <a:pt x="214" y="244"/>
                  </a:cubicBezTo>
                  <a:cubicBezTo>
                    <a:pt x="218" y="264"/>
                    <a:pt x="218" y="264"/>
                    <a:pt x="218" y="264"/>
                  </a:cubicBezTo>
                  <a:cubicBezTo>
                    <a:pt x="219" y="266"/>
                    <a:pt x="218" y="267"/>
                    <a:pt x="217" y="268"/>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endParaRPr lang="en-IE" dirty="0"/>
            </a:p>
          </p:txBody>
        </p:sp>
        <p:grpSp>
          <p:nvGrpSpPr>
            <p:cNvPr id="55" name="Group 54"/>
            <p:cNvGrpSpPr/>
            <p:nvPr userDrawn="1"/>
          </p:nvGrpSpPr>
          <p:grpSpPr>
            <a:xfrm>
              <a:off x="3005545" y="3717032"/>
              <a:ext cx="488838" cy="476173"/>
              <a:chOff x="2565621" y="3583737"/>
              <a:chExt cx="653375" cy="636447"/>
            </a:xfrm>
            <a:solidFill>
              <a:schemeClr val="bg1"/>
            </a:solidFill>
          </p:grpSpPr>
          <p:grpSp>
            <p:nvGrpSpPr>
              <p:cNvPr id="56" name="Group 55"/>
              <p:cNvGrpSpPr/>
              <p:nvPr userDrawn="1"/>
            </p:nvGrpSpPr>
            <p:grpSpPr>
              <a:xfrm>
                <a:off x="2565621" y="3583737"/>
                <a:ext cx="565150" cy="625475"/>
                <a:chOff x="1441450" y="4878388"/>
                <a:chExt cx="565150" cy="625475"/>
              </a:xfrm>
              <a:grpFill/>
            </p:grpSpPr>
            <p:sp>
              <p:nvSpPr>
                <p:cNvPr id="58" name="Freeform 80"/>
                <p:cNvSpPr>
                  <a:spLocks/>
                </p:cNvSpPr>
                <p:nvPr/>
              </p:nvSpPr>
              <p:spPr bwMode="auto">
                <a:xfrm>
                  <a:off x="1804988" y="4899026"/>
                  <a:ext cx="25400" cy="30163"/>
                </a:xfrm>
                <a:custGeom>
                  <a:avLst/>
                  <a:gdLst>
                    <a:gd name="T0" fmla="*/ 13 w 14"/>
                    <a:gd name="T1" fmla="*/ 7 h 16"/>
                    <a:gd name="T2" fmla="*/ 10 w 14"/>
                    <a:gd name="T3" fmla="*/ 1 h 16"/>
                    <a:gd name="T4" fmla="*/ 9 w 14"/>
                    <a:gd name="T5" fmla="*/ 1 h 16"/>
                    <a:gd name="T6" fmla="*/ 3 w 14"/>
                    <a:gd name="T7" fmla="*/ 4 h 16"/>
                    <a:gd name="T8" fmla="*/ 0 w 14"/>
                    <a:gd name="T9" fmla="*/ 12 h 16"/>
                    <a:gd name="T10" fmla="*/ 10 w 14"/>
                    <a:gd name="T11" fmla="*/ 16 h 16"/>
                    <a:gd name="T12" fmla="*/ 13 w 14"/>
                    <a:gd name="T13" fmla="*/ 7 h 16"/>
                  </a:gdLst>
                  <a:ahLst/>
                  <a:cxnLst>
                    <a:cxn ang="0">
                      <a:pos x="T0" y="T1"/>
                    </a:cxn>
                    <a:cxn ang="0">
                      <a:pos x="T2" y="T3"/>
                    </a:cxn>
                    <a:cxn ang="0">
                      <a:pos x="T4" y="T5"/>
                    </a:cxn>
                    <a:cxn ang="0">
                      <a:pos x="T6" y="T7"/>
                    </a:cxn>
                    <a:cxn ang="0">
                      <a:pos x="T8" y="T9"/>
                    </a:cxn>
                    <a:cxn ang="0">
                      <a:pos x="T10" y="T11"/>
                    </a:cxn>
                    <a:cxn ang="0">
                      <a:pos x="T12" y="T13"/>
                    </a:cxn>
                  </a:cxnLst>
                  <a:rect l="0" t="0" r="r" b="b"/>
                  <a:pathLst>
                    <a:path w="14" h="16">
                      <a:moveTo>
                        <a:pt x="13" y="7"/>
                      </a:moveTo>
                      <a:cubicBezTo>
                        <a:pt x="14" y="5"/>
                        <a:pt x="13" y="2"/>
                        <a:pt x="10" y="1"/>
                      </a:cubicBezTo>
                      <a:cubicBezTo>
                        <a:pt x="9" y="1"/>
                        <a:pt x="9" y="1"/>
                        <a:pt x="9" y="1"/>
                      </a:cubicBezTo>
                      <a:cubicBezTo>
                        <a:pt x="7" y="0"/>
                        <a:pt x="4" y="1"/>
                        <a:pt x="3" y="4"/>
                      </a:cubicBezTo>
                      <a:cubicBezTo>
                        <a:pt x="0" y="12"/>
                        <a:pt x="0" y="12"/>
                        <a:pt x="0" y="12"/>
                      </a:cubicBezTo>
                      <a:cubicBezTo>
                        <a:pt x="10" y="16"/>
                        <a:pt x="10" y="16"/>
                        <a:pt x="10" y="16"/>
                      </a:cubicBezTo>
                      <a:lnTo>
                        <a:pt x="13"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59" name="Freeform 81"/>
                <p:cNvSpPr>
                  <a:spLocks/>
                </p:cNvSpPr>
                <p:nvPr/>
              </p:nvSpPr>
              <p:spPr bwMode="auto">
                <a:xfrm>
                  <a:off x="1490663" y="4878388"/>
                  <a:ext cx="322262" cy="250825"/>
                </a:xfrm>
                <a:custGeom>
                  <a:avLst/>
                  <a:gdLst>
                    <a:gd name="T0" fmla="*/ 78 w 180"/>
                    <a:gd name="T1" fmla="*/ 140 h 140"/>
                    <a:gd name="T2" fmla="*/ 180 w 180"/>
                    <a:gd name="T3" fmla="*/ 27 h 140"/>
                    <a:gd name="T4" fmla="*/ 0 w 180"/>
                    <a:gd name="T5" fmla="*/ 111 h 140"/>
                    <a:gd name="T6" fmla="*/ 78 w 180"/>
                    <a:gd name="T7" fmla="*/ 140 h 140"/>
                  </a:gdLst>
                  <a:ahLst/>
                  <a:cxnLst>
                    <a:cxn ang="0">
                      <a:pos x="T0" y="T1"/>
                    </a:cxn>
                    <a:cxn ang="0">
                      <a:pos x="T2" y="T3"/>
                    </a:cxn>
                    <a:cxn ang="0">
                      <a:pos x="T4" y="T5"/>
                    </a:cxn>
                    <a:cxn ang="0">
                      <a:pos x="T6" y="T7"/>
                    </a:cxn>
                  </a:cxnLst>
                  <a:rect l="0" t="0" r="r" b="b"/>
                  <a:pathLst>
                    <a:path w="180" h="140">
                      <a:moveTo>
                        <a:pt x="78" y="140"/>
                      </a:moveTo>
                      <a:cubicBezTo>
                        <a:pt x="78" y="140"/>
                        <a:pt x="98" y="55"/>
                        <a:pt x="180" y="27"/>
                      </a:cubicBezTo>
                      <a:cubicBezTo>
                        <a:pt x="108" y="0"/>
                        <a:pt x="26" y="43"/>
                        <a:pt x="0" y="111"/>
                      </a:cubicBezTo>
                      <a:cubicBezTo>
                        <a:pt x="11" y="107"/>
                        <a:pt x="54" y="97"/>
                        <a:pt x="78" y="1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60" name="Freeform 82"/>
                <p:cNvSpPr>
                  <a:spLocks/>
                </p:cNvSpPr>
                <p:nvPr/>
              </p:nvSpPr>
              <p:spPr bwMode="auto">
                <a:xfrm>
                  <a:off x="1814513" y="4926013"/>
                  <a:ext cx="192087" cy="322263"/>
                </a:xfrm>
                <a:custGeom>
                  <a:avLst/>
                  <a:gdLst>
                    <a:gd name="T0" fmla="*/ 0 w 108"/>
                    <a:gd name="T1" fmla="*/ 0 h 180"/>
                    <a:gd name="T2" fmla="*/ 5 w 108"/>
                    <a:gd name="T3" fmla="*/ 152 h 180"/>
                    <a:gd name="T4" fmla="*/ 84 w 108"/>
                    <a:gd name="T5" fmla="*/ 180 h 180"/>
                    <a:gd name="T6" fmla="*/ 0 w 108"/>
                    <a:gd name="T7" fmla="*/ 0 h 180"/>
                  </a:gdLst>
                  <a:ahLst/>
                  <a:cxnLst>
                    <a:cxn ang="0">
                      <a:pos x="T0" y="T1"/>
                    </a:cxn>
                    <a:cxn ang="0">
                      <a:pos x="T2" y="T3"/>
                    </a:cxn>
                    <a:cxn ang="0">
                      <a:pos x="T4" y="T5"/>
                    </a:cxn>
                    <a:cxn ang="0">
                      <a:pos x="T6" y="T7"/>
                    </a:cxn>
                  </a:cxnLst>
                  <a:rect l="0" t="0" r="r" b="b"/>
                  <a:pathLst>
                    <a:path w="108" h="180">
                      <a:moveTo>
                        <a:pt x="0" y="0"/>
                      </a:moveTo>
                      <a:cubicBezTo>
                        <a:pt x="45" y="75"/>
                        <a:pt x="5" y="152"/>
                        <a:pt x="5" y="152"/>
                      </a:cubicBezTo>
                      <a:cubicBezTo>
                        <a:pt x="52" y="135"/>
                        <a:pt x="78" y="171"/>
                        <a:pt x="84" y="180"/>
                      </a:cubicBezTo>
                      <a:cubicBezTo>
                        <a:pt x="108" y="112"/>
                        <a:pt x="72" y="26"/>
                        <a:pt x="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61" name="Freeform 83"/>
                <p:cNvSpPr>
                  <a:spLocks/>
                </p:cNvSpPr>
                <p:nvPr/>
              </p:nvSpPr>
              <p:spPr bwMode="auto">
                <a:xfrm>
                  <a:off x="1441450" y="4926013"/>
                  <a:ext cx="438150" cy="577850"/>
                </a:xfrm>
                <a:custGeom>
                  <a:avLst/>
                  <a:gdLst>
                    <a:gd name="T0" fmla="*/ 206 w 245"/>
                    <a:gd name="T1" fmla="*/ 150 h 322"/>
                    <a:gd name="T2" fmla="*/ 208 w 245"/>
                    <a:gd name="T3" fmla="*/ 1 h 322"/>
                    <a:gd name="T4" fmla="*/ 208 w 245"/>
                    <a:gd name="T5" fmla="*/ 0 h 322"/>
                    <a:gd name="T6" fmla="*/ 207 w 245"/>
                    <a:gd name="T7" fmla="*/ 0 h 322"/>
                    <a:gd name="T8" fmla="*/ 112 w 245"/>
                    <a:gd name="T9" fmla="*/ 115 h 322"/>
                    <a:gd name="T10" fmla="*/ 158 w 245"/>
                    <a:gd name="T11" fmla="*/ 119 h 322"/>
                    <a:gd name="T12" fmla="*/ 96 w 245"/>
                    <a:gd name="T13" fmla="*/ 289 h 322"/>
                    <a:gd name="T14" fmla="*/ 0 w 245"/>
                    <a:gd name="T15" fmla="*/ 322 h 322"/>
                    <a:gd name="T16" fmla="*/ 199 w 245"/>
                    <a:gd name="T17" fmla="*/ 322 h 322"/>
                    <a:gd name="T18" fmla="*/ 108 w 245"/>
                    <a:gd name="T19" fmla="*/ 289 h 322"/>
                    <a:gd name="T20" fmla="*/ 169 w 245"/>
                    <a:gd name="T21" fmla="*/ 123 h 322"/>
                    <a:gd name="T22" fmla="*/ 206 w 245"/>
                    <a:gd name="T23" fmla="*/ 150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5" h="322">
                      <a:moveTo>
                        <a:pt x="206" y="150"/>
                      </a:moveTo>
                      <a:cubicBezTo>
                        <a:pt x="206" y="150"/>
                        <a:pt x="245" y="84"/>
                        <a:pt x="208" y="1"/>
                      </a:cubicBezTo>
                      <a:cubicBezTo>
                        <a:pt x="208" y="0"/>
                        <a:pt x="208" y="0"/>
                        <a:pt x="208" y="0"/>
                      </a:cubicBezTo>
                      <a:cubicBezTo>
                        <a:pt x="207" y="0"/>
                        <a:pt x="207" y="0"/>
                        <a:pt x="207" y="0"/>
                      </a:cubicBezTo>
                      <a:cubicBezTo>
                        <a:pt x="125" y="40"/>
                        <a:pt x="112" y="115"/>
                        <a:pt x="112" y="115"/>
                      </a:cubicBezTo>
                      <a:cubicBezTo>
                        <a:pt x="134" y="115"/>
                        <a:pt x="146" y="116"/>
                        <a:pt x="158" y="119"/>
                      </a:cubicBezTo>
                      <a:cubicBezTo>
                        <a:pt x="96" y="289"/>
                        <a:pt x="96" y="289"/>
                        <a:pt x="96" y="289"/>
                      </a:cubicBezTo>
                      <a:cubicBezTo>
                        <a:pt x="55" y="290"/>
                        <a:pt x="19" y="303"/>
                        <a:pt x="0" y="322"/>
                      </a:cubicBezTo>
                      <a:cubicBezTo>
                        <a:pt x="199" y="322"/>
                        <a:pt x="199" y="322"/>
                        <a:pt x="199" y="322"/>
                      </a:cubicBezTo>
                      <a:cubicBezTo>
                        <a:pt x="180" y="304"/>
                        <a:pt x="147" y="291"/>
                        <a:pt x="108" y="289"/>
                      </a:cubicBezTo>
                      <a:cubicBezTo>
                        <a:pt x="169" y="123"/>
                        <a:pt x="169" y="123"/>
                        <a:pt x="169" y="123"/>
                      </a:cubicBezTo>
                      <a:cubicBezTo>
                        <a:pt x="180" y="129"/>
                        <a:pt x="190" y="136"/>
                        <a:pt x="206" y="15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grpSp>
          <p:sp>
            <p:nvSpPr>
              <p:cNvPr id="57" name="Freeform 96"/>
              <p:cNvSpPr>
                <a:spLocks noEditPoints="1"/>
              </p:cNvSpPr>
              <p:nvPr userDrawn="1"/>
            </p:nvSpPr>
            <p:spPr bwMode="auto">
              <a:xfrm>
                <a:off x="2948636" y="3998187"/>
                <a:ext cx="270360" cy="221997"/>
              </a:xfrm>
              <a:custGeom>
                <a:avLst/>
                <a:gdLst>
                  <a:gd name="T0" fmla="*/ 0 w 302"/>
                  <a:gd name="T1" fmla="*/ 67 h 248"/>
                  <a:gd name="T2" fmla="*/ 0 w 302"/>
                  <a:gd name="T3" fmla="*/ 227 h 248"/>
                  <a:gd name="T4" fmla="*/ 22 w 302"/>
                  <a:gd name="T5" fmla="*/ 248 h 248"/>
                  <a:gd name="T6" fmla="*/ 54 w 302"/>
                  <a:gd name="T7" fmla="*/ 248 h 248"/>
                  <a:gd name="T8" fmla="*/ 54 w 302"/>
                  <a:gd name="T9" fmla="*/ 46 h 248"/>
                  <a:gd name="T10" fmla="*/ 22 w 302"/>
                  <a:gd name="T11" fmla="*/ 46 h 248"/>
                  <a:gd name="T12" fmla="*/ 0 w 302"/>
                  <a:gd name="T13" fmla="*/ 67 h 248"/>
                  <a:gd name="T14" fmla="*/ 280 w 302"/>
                  <a:gd name="T15" fmla="*/ 46 h 248"/>
                  <a:gd name="T16" fmla="*/ 248 w 302"/>
                  <a:gd name="T17" fmla="*/ 46 h 248"/>
                  <a:gd name="T18" fmla="*/ 248 w 302"/>
                  <a:gd name="T19" fmla="*/ 248 h 248"/>
                  <a:gd name="T20" fmla="*/ 280 w 302"/>
                  <a:gd name="T21" fmla="*/ 248 h 248"/>
                  <a:gd name="T22" fmla="*/ 302 w 302"/>
                  <a:gd name="T23" fmla="*/ 227 h 248"/>
                  <a:gd name="T24" fmla="*/ 302 w 302"/>
                  <a:gd name="T25" fmla="*/ 67 h 248"/>
                  <a:gd name="T26" fmla="*/ 280 w 302"/>
                  <a:gd name="T27" fmla="*/ 46 h 248"/>
                  <a:gd name="T28" fmla="*/ 78 w 302"/>
                  <a:gd name="T29" fmla="*/ 248 h 248"/>
                  <a:gd name="T30" fmla="*/ 224 w 302"/>
                  <a:gd name="T31" fmla="*/ 248 h 248"/>
                  <a:gd name="T32" fmla="*/ 224 w 302"/>
                  <a:gd name="T33" fmla="*/ 46 h 248"/>
                  <a:gd name="T34" fmla="*/ 78 w 302"/>
                  <a:gd name="T35" fmla="*/ 46 h 248"/>
                  <a:gd name="T36" fmla="*/ 78 w 302"/>
                  <a:gd name="T37" fmla="*/ 248 h 248"/>
                  <a:gd name="T38" fmla="*/ 113 w 302"/>
                  <a:gd name="T39" fmla="*/ 31 h 248"/>
                  <a:gd name="T40" fmla="*/ 133 w 302"/>
                  <a:gd name="T41" fmla="*/ 11 h 248"/>
                  <a:gd name="T42" fmla="*/ 169 w 302"/>
                  <a:gd name="T43" fmla="*/ 11 h 248"/>
                  <a:gd name="T44" fmla="*/ 189 w 302"/>
                  <a:gd name="T45" fmla="*/ 31 h 248"/>
                  <a:gd name="T46" fmla="*/ 189 w 302"/>
                  <a:gd name="T47" fmla="*/ 35 h 248"/>
                  <a:gd name="T48" fmla="*/ 209 w 302"/>
                  <a:gd name="T49" fmla="*/ 35 h 248"/>
                  <a:gd name="T50" fmla="*/ 209 w 302"/>
                  <a:gd name="T51" fmla="*/ 29 h 248"/>
                  <a:gd name="T52" fmla="*/ 179 w 302"/>
                  <a:gd name="T53" fmla="*/ 0 h 248"/>
                  <a:gd name="T54" fmla="*/ 123 w 302"/>
                  <a:gd name="T55" fmla="*/ 0 h 248"/>
                  <a:gd name="T56" fmla="*/ 93 w 302"/>
                  <a:gd name="T57" fmla="*/ 29 h 248"/>
                  <a:gd name="T58" fmla="*/ 93 w 302"/>
                  <a:gd name="T59" fmla="*/ 35 h 248"/>
                  <a:gd name="T60" fmla="*/ 113 w 302"/>
                  <a:gd name="T61" fmla="*/ 35 h 248"/>
                  <a:gd name="T62" fmla="*/ 113 w 302"/>
                  <a:gd name="T63" fmla="*/ 31 h 2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02" h="248">
                    <a:moveTo>
                      <a:pt x="0" y="67"/>
                    </a:moveTo>
                    <a:cubicBezTo>
                      <a:pt x="0" y="227"/>
                      <a:pt x="0" y="227"/>
                      <a:pt x="0" y="227"/>
                    </a:cubicBezTo>
                    <a:cubicBezTo>
                      <a:pt x="0" y="239"/>
                      <a:pt x="10" y="248"/>
                      <a:pt x="22" y="248"/>
                    </a:cubicBezTo>
                    <a:cubicBezTo>
                      <a:pt x="54" y="248"/>
                      <a:pt x="54" y="248"/>
                      <a:pt x="54" y="248"/>
                    </a:cubicBezTo>
                    <a:cubicBezTo>
                      <a:pt x="54" y="46"/>
                      <a:pt x="54" y="46"/>
                      <a:pt x="54" y="46"/>
                    </a:cubicBezTo>
                    <a:cubicBezTo>
                      <a:pt x="22" y="46"/>
                      <a:pt x="22" y="46"/>
                      <a:pt x="22" y="46"/>
                    </a:cubicBezTo>
                    <a:cubicBezTo>
                      <a:pt x="10" y="46"/>
                      <a:pt x="0" y="55"/>
                      <a:pt x="0" y="67"/>
                    </a:cubicBezTo>
                    <a:close/>
                    <a:moveTo>
                      <a:pt x="280" y="46"/>
                    </a:moveTo>
                    <a:cubicBezTo>
                      <a:pt x="248" y="46"/>
                      <a:pt x="248" y="46"/>
                      <a:pt x="248" y="46"/>
                    </a:cubicBezTo>
                    <a:cubicBezTo>
                      <a:pt x="248" y="248"/>
                      <a:pt x="248" y="248"/>
                      <a:pt x="248" y="248"/>
                    </a:cubicBezTo>
                    <a:cubicBezTo>
                      <a:pt x="280" y="248"/>
                      <a:pt x="280" y="248"/>
                      <a:pt x="280" y="248"/>
                    </a:cubicBezTo>
                    <a:cubicBezTo>
                      <a:pt x="292" y="248"/>
                      <a:pt x="302" y="239"/>
                      <a:pt x="302" y="227"/>
                    </a:cubicBezTo>
                    <a:cubicBezTo>
                      <a:pt x="302" y="67"/>
                      <a:pt x="302" y="67"/>
                      <a:pt x="302" y="67"/>
                    </a:cubicBezTo>
                    <a:cubicBezTo>
                      <a:pt x="302" y="55"/>
                      <a:pt x="292" y="46"/>
                      <a:pt x="280" y="46"/>
                    </a:cubicBezTo>
                    <a:close/>
                    <a:moveTo>
                      <a:pt x="78" y="248"/>
                    </a:moveTo>
                    <a:cubicBezTo>
                      <a:pt x="224" y="248"/>
                      <a:pt x="224" y="248"/>
                      <a:pt x="224" y="248"/>
                    </a:cubicBezTo>
                    <a:cubicBezTo>
                      <a:pt x="224" y="46"/>
                      <a:pt x="224" y="46"/>
                      <a:pt x="224" y="46"/>
                    </a:cubicBezTo>
                    <a:cubicBezTo>
                      <a:pt x="78" y="46"/>
                      <a:pt x="78" y="46"/>
                      <a:pt x="78" y="46"/>
                    </a:cubicBezTo>
                    <a:lnTo>
                      <a:pt x="78" y="248"/>
                    </a:lnTo>
                    <a:close/>
                    <a:moveTo>
                      <a:pt x="113" y="31"/>
                    </a:moveTo>
                    <a:cubicBezTo>
                      <a:pt x="113" y="20"/>
                      <a:pt x="122" y="11"/>
                      <a:pt x="133" y="11"/>
                    </a:cubicBezTo>
                    <a:cubicBezTo>
                      <a:pt x="169" y="11"/>
                      <a:pt x="169" y="11"/>
                      <a:pt x="169" y="11"/>
                    </a:cubicBezTo>
                    <a:cubicBezTo>
                      <a:pt x="180" y="11"/>
                      <a:pt x="189" y="20"/>
                      <a:pt x="189" y="31"/>
                    </a:cubicBezTo>
                    <a:cubicBezTo>
                      <a:pt x="189" y="35"/>
                      <a:pt x="189" y="35"/>
                      <a:pt x="189" y="35"/>
                    </a:cubicBezTo>
                    <a:cubicBezTo>
                      <a:pt x="209" y="35"/>
                      <a:pt x="209" y="35"/>
                      <a:pt x="209" y="35"/>
                    </a:cubicBezTo>
                    <a:cubicBezTo>
                      <a:pt x="209" y="29"/>
                      <a:pt x="209" y="29"/>
                      <a:pt x="209" y="29"/>
                    </a:cubicBezTo>
                    <a:cubicBezTo>
                      <a:pt x="209" y="13"/>
                      <a:pt x="195" y="0"/>
                      <a:pt x="179" y="0"/>
                    </a:cubicBezTo>
                    <a:cubicBezTo>
                      <a:pt x="123" y="0"/>
                      <a:pt x="123" y="0"/>
                      <a:pt x="123" y="0"/>
                    </a:cubicBezTo>
                    <a:cubicBezTo>
                      <a:pt x="107" y="0"/>
                      <a:pt x="93" y="13"/>
                      <a:pt x="93" y="29"/>
                    </a:cubicBezTo>
                    <a:cubicBezTo>
                      <a:pt x="93" y="35"/>
                      <a:pt x="93" y="35"/>
                      <a:pt x="93" y="35"/>
                    </a:cubicBezTo>
                    <a:cubicBezTo>
                      <a:pt x="113" y="35"/>
                      <a:pt x="113" y="35"/>
                      <a:pt x="113" y="35"/>
                    </a:cubicBezTo>
                    <a:lnTo>
                      <a:pt x="113" y="31"/>
                    </a:lnTo>
                    <a:close/>
                  </a:path>
                </a:pathLst>
              </a:custGeom>
              <a:grpFill/>
              <a:ln>
                <a:noFill/>
              </a:ln>
              <a:extLst/>
            </p:spPr>
            <p:txBody>
              <a:bodyPr vert="horz" wrap="square" lIns="91440" tIns="45720" rIns="91440" bIns="45720" numCol="1" anchor="t" anchorCtr="0" compatLnSpc="1">
                <a:prstTxWarp prst="textNoShape">
                  <a:avLst/>
                </a:prstTxWarp>
              </a:bodyPr>
              <a:lstStyle/>
              <a:p>
                <a:endParaRPr lang="en-IE" dirty="0"/>
              </a:p>
            </p:txBody>
          </p:sp>
        </p:grpSp>
        <p:grpSp>
          <p:nvGrpSpPr>
            <p:cNvPr id="62" name="Group 61"/>
            <p:cNvGrpSpPr/>
            <p:nvPr userDrawn="1"/>
          </p:nvGrpSpPr>
          <p:grpSpPr>
            <a:xfrm>
              <a:off x="1023326" y="3463447"/>
              <a:ext cx="498390" cy="431179"/>
              <a:chOff x="2533722" y="5487538"/>
              <a:chExt cx="674528" cy="583565"/>
            </a:xfrm>
            <a:solidFill>
              <a:schemeClr val="bg1"/>
            </a:solidFill>
          </p:grpSpPr>
          <p:sp>
            <p:nvSpPr>
              <p:cNvPr id="63" name="Freeform 56"/>
              <p:cNvSpPr>
                <a:spLocks/>
              </p:cNvSpPr>
              <p:nvPr userDrawn="1"/>
            </p:nvSpPr>
            <p:spPr bwMode="auto">
              <a:xfrm>
                <a:off x="2605093" y="5967545"/>
                <a:ext cx="107757" cy="103558"/>
              </a:xfrm>
              <a:custGeom>
                <a:avLst/>
                <a:gdLst>
                  <a:gd name="T0" fmla="*/ 0 w 176"/>
                  <a:gd name="T1" fmla="*/ 134 h 169"/>
                  <a:gd name="T2" fmla="*/ 10 w 176"/>
                  <a:gd name="T3" fmla="*/ 159 h 169"/>
                  <a:gd name="T4" fmla="*/ 35 w 176"/>
                  <a:gd name="T5" fmla="*/ 169 h 169"/>
                  <a:gd name="T6" fmla="*/ 142 w 176"/>
                  <a:gd name="T7" fmla="*/ 169 h 169"/>
                  <a:gd name="T8" fmla="*/ 166 w 176"/>
                  <a:gd name="T9" fmla="*/ 159 h 169"/>
                  <a:gd name="T10" fmla="*/ 176 w 176"/>
                  <a:gd name="T11" fmla="*/ 134 h 169"/>
                  <a:gd name="T12" fmla="*/ 176 w 176"/>
                  <a:gd name="T13" fmla="*/ 0 h 169"/>
                  <a:gd name="T14" fmla="*/ 0 w 176"/>
                  <a:gd name="T15" fmla="*/ 0 h 169"/>
                  <a:gd name="T16" fmla="*/ 0 w 176"/>
                  <a:gd name="T17" fmla="*/ 13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6" h="169">
                    <a:moveTo>
                      <a:pt x="0" y="134"/>
                    </a:moveTo>
                    <a:cubicBezTo>
                      <a:pt x="0" y="143"/>
                      <a:pt x="4" y="152"/>
                      <a:pt x="10" y="159"/>
                    </a:cubicBezTo>
                    <a:cubicBezTo>
                      <a:pt x="17" y="165"/>
                      <a:pt x="26" y="169"/>
                      <a:pt x="35" y="169"/>
                    </a:cubicBezTo>
                    <a:cubicBezTo>
                      <a:pt x="142" y="169"/>
                      <a:pt x="142" y="169"/>
                      <a:pt x="142" y="169"/>
                    </a:cubicBezTo>
                    <a:cubicBezTo>
                      <a:pt x="151" y="169"/>
                      <a:pt x="160" y="165"/>
                      <a:pt x="166" y="159"/>
                    </a:cubicBezTo>
                    <a:cubicBezTo>
                      <a:pt x="173" y="152"/>
                      <a:pt x="176" y="143"/>
                      <a:pt x="176" y="134"/>
                    </a:cubicBezTo>
                    <a:cubicBezTo>
                      <a:pt x="176" y="0"/>
                      <a:pt x="176" y="0"/>
                      <a:pt x="176" y="0"/>
                    </a:cubicBezTo>
                    <a:cubicBezTo>
                      <a:pt x="0" y="0"/>
                      <a:pt x="0" y="0"/>
                      <a:pt x="0" y="0"/>
                    </a:cubicBezTo>
                    <a:lnTo>
                      <a:pt x="0"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64" name="Freeform 57"/>
              <p:cNvSpPr>
                <a:spLocks noEditPoints="1"/>
              </p:cNvSpPr>
              <p:nvPr userDrawn="1"/>
            </p:nvSpPr>
            <p:spPr bwMode="auto">
              <a:xfrm>
                <a:off x="2533722" y="5487538"/>
                <a:ext cx="674528" cy="443622"/>
              </a:xfrm>
              <a:custGeom>
                <a:avLst/>
                <a:gdLst>
                  <a:gd name="T0" fmla="*/ 1065 w 1104"/>
                  <a:gd name="T1" fmla="*/ 366 h 727"/>
                  <a:gd name="T2" fmla="*/ 1009 w 1104"/>
                  <a:gd name="T3" fmla="*/ 336 h 727"/>
                  <a:gd name="T4" fmla="*/ 1008 w 1104"/>
                  <a:gd name="T5" fmla="*/ 329 h 727"/>
                  <a:gd name="T6" fmla="*/ 1007 w 1104"/>
                  <a:gd name="T7" fmla="*/ 328 h 727"/>
                  <a:gd name="T8" fmla="*/ 939 w 1104"/>
                  <a:gd name="T9" fmla="*/ 110 h 727"/>
                  <a:gd name="T10" fmla="*/ 790 w 1104"/>
                  <a:gd name="T11" fmla="*/ 0 h 727"/>
                  <a:gd name="T12" fmla="*/ 315 w 1104"/>
                  <a:gd name="T13" fmla="*/ 0 h 727"/>
                  <a:gd name="T14" fmla="*/ 165 w 1104"/>
                  <a:gd name="T15" fmla="*/ 111 h 727"/>
                  <a:gd name="T16" fmla="*/ 97 w 1104"/>
                  <a:gd name="T17" fmla="*/ 328 h 727"/>
                  <a:gd name="T18" fmla="*/ 95 w 1104"/>
                  <a:gd name="T19" fmla="*/ 337 h 727"/>
                  <a:gd name="T20" fmla="*/ 16 w 1104"/>
                  <a:gd name="T21" fmla="*/ 413 h 727"/>
                  <a:gd name="T22" fmla="*/ 0 w 1104"/>
                  <a:gd name="T23" fmla="*/ 532 h 727"/>
                  <a:gd name="T24" fmla="*/ 16 w 1104"/>
                  <a:gd name="T25" fmla="*/ 650 h 727"/>
                  <a:gd name="T26" fmla="*/ 100 w 1104"/>
                  <a:gd name="T27" fmla="*/ 727 h 727"/>
                  <a:gd name="T28" fmla="*/ 1009 w 1104"/>
                  <a:gd name="T29" fmla="*/ 727 h 727"/>
                  <a:gd name="T30" fmla="*/ 1065 w 1104"/>
                  <a:gd name="T31" fmla="*/ 698 h 727"/>
                  <a:gd name="T32" fmla="*/ 1104 w 1104"/>
                  <a:gd name="T33" fmla="*/ 533 h 727"/>
                  <a:gd name="T34" fmla="*/ 1089 w 1104"/>
                  <a:gd name="T35" fmla="*/ 415 h 727"/>
                  <a:gd name="T36" fmla="*/ 1065 w 1104"/>
                  <a:gd name="T37" fmla="*/ 366 h 727"/>
                  <a:gd name="T38" fmla="*/ 258 w 1104"/>
                  <a:gd name="T39" fmla="*/ 139 h 727"/>
                  <a:gd name="T40" fmla="*/ 313 w 1104"/>
                  <a:gd name="T41" fmla="*/ 97 h 727"/>
                  <a:gd name="T42" fmla="*/ 315 w 1104"/>
                  <a:gd name="T43" fmla="*/ 97 h 727"/>
                  <a:gd name="T44" fmla="*/ 790 w 1104"/>
                  <a:gd name="T45" fmla="*/ 97 h 727"/>
                  <a:gd name="T46" fmla="*/ 847 w 1104"/>
                  <a:gd name="T47" fmla="*/ 139 h 727"/>
                  <a:gd name="T48" fmla="*/ 908 w 1104"/>
                  <a:gd name="T49" fmla="*/ 336 h 727"/>
                  <a:gd name="T50" fmla="*/ 196 w 1104"/>
                  <a:gd name="T51" fmla="*/ 336 h 727"/>
                  <a:gd name="T52" fmla="*/ 258 w 1104"/>
                  <a:gd name="T53" fmla="*/ 139 h 727"/>
                  <a:gd name="T54" fmla="*/ 332 w 1104"/>
                  <a:gd name="T55" fmla="*/ 566 h 727"/>
                  <a:gd name="T56" fmla="*/ 281 w 1104"/>
                  <a:gd name="T57" fmla="*/ 617 h 727"/>
                  <a:gd name="T58" fmla="*/ 189 w 1104"/>
                  <a:gd name="T59" fmla="*/ 617 h 727"/>
                  <a:gd name="T60" fmla="*/ 138 w 1104"/>
                  <a:gd name="T61" fmla="*/ 566 h 727"/>
                  <a:gd name="T62" fmla="*/ 138 w 1104"/>
                  <a:gd name="T63" fmla="*/ 519 h 727"/>
                  <a:gd name="T64" fmla="*/ 189 w 1104"/>
                  <a:gd name="T65" fmla="*/ 468 h 727"/>
                  <a:gd name="T66" fmla="*/ 281 w 1104"/>
                  <a:gd name="T67" fmla="*/ 468 h 727"/>
                  <a:gd name="T68" fmla="*/ 332 w 1104"/>
                  <a:gd name="T69" fmla="*/ 519 h 727"/>
                  <a:gd name="T70" fmla="*/ 332 w 1104"/>
                  <a:gd name="T71" fmla="*/ 566 h 727"/>
                  <a:gd name="T72" fmla="*/ 966 w 1104"/>
                  <a:gd name="T73" fmla="*/ 566 h 727"/>
                  <a:gd name="T74" fmla="*/ 915 w 1104"/>
                  <a:gd name="T75" fmla="*/ 617 h 727"/>
                  <a:gd name="T76" fmla="*/ 824 w 1104"/>
                  <a:gd name="T77" fmla="*/ 617 h 727"/>
                  <a:gd name="T78" fmla="*/ 773 w 1104"/>
                  <a:gd name="T79" fmla="*/ 566 h 727"/>
                  <a:gd name="T80" fmla="*/ 773 w 1104"/>
                  <a:gd name="T81" fmla="*/ 519 h 727"/>
                  <a:gd name="T82" fmla="*/ 824 w 1104"/>
                  <a:gd name="T83" fmla="*/ 468 h 727"/>
                  <a:gd name="T84" fmla="*/ 915 w 1104"/>
                  <a:gd name="T85" fmla="*/ 468 h 727"/>
                  <a:gd name="T86" fmla="*/ 966 w 1104"/>
                  <a:gd name="T87" fmla="*/ 519 h 727"/>
                  <a:gd name="T88" fmla="*/ 966 w 1104"/>
                  <a:gd name="T89" fmla="*/ 566 h 7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104" h="727">
                    <a:moveTo>
                      <a:pt x="1065" y="366"/>
                    </a:moveTo>
                    <a:cubicBezTo>
                      <a:pt x="1055" y="351"/>
                      <a:pt x="1035" y="336"/>
                      <a:pt x="1009" y="336"/>
                    </a:cubicBezTo>
                    <a:cubicBezTo>
                      <a:pt x="1009" y="334"/>
                      <a:pt x="1008" y="331"/>
                      <a:pt x="1008" y="329"/>
                    </a:cubicBezTo>
                    <a:cubicBezTo>
                      <a:pt x="1007" y="328"/>
                      <a:pt x="1007" y="328"/>
                      <a:pt x="1007" y="328"/>
                    </a:cubicBezTo>
                    <a:cubicBezTo>
                      <a:pt x="939" y="110"/>
                      <a:pt x="939" y="110"/>
                      <a:pt x="939" y="110"/>
                    </a:cubicBezTo>
                    <a:cubicBezTo>
                      <a:pt x="918" y="44"/>
                      <a:pt x="858" y="1"/>
                      <a:pt x="790" y="0"/>
                    </a:cubicBezTo>
                    <a:cubicBezTo>
                      <a:pt x="315" y="0"/>
                      <a:pt x="315" y="0"/>
                      <a:pt x="315" y="0"/>
                    </a:cubicBezTo>
                    <a:cubicBezTo>
                      <a:pt x="247" y="1"/>
                      <a:pt x="187" y="44"/>
                      <a:pt x="165" y="111"/>
                    </a:cubicBezTo>
                    <a:cubicBezTo>
                      <a:pt x="97" y="328"/>
                      <a:pt x="97" y="328"/>
                      <a:pt x="97" y="328"/>
                    </a:cubicBezTo>
                    <a:cubicBezTo>
                      <a:pt x="96" y="331"/>
                      <a:pt x="96" y="334"/>
                      <a:pt x="95" y="337"/>
                    </a:cubicBezTo>
                    <a:cubicBezTo>
                      <a:pt x="46" y="343"/>
                      <a:pt x="27" y="382"/>
                      <a:pt x="16" y="413"/>
                    </a:cubicBezTo>
                    <a:cubicBezTo>
                      <a:pt x="5" y="448"/>
                      <a:pt x="0" y="490"/>
                      <a:pt x="0" y="532"/>
                    </a:cubicBezTo>
                    <a:cubicBezTo>
                      <a:pt x="0" y="573"/>
                      <a:pt x="5" y="615"/>
                      <a:pt x="16" y="650"/>
                    </a:cubicBezTo>
                    <a:cubicBezTo>
                      <a:pt x="28" y="682"/>
                      <a:pt x="47" y="724"/>
                      <a:pt x="100" y="727"/>
                    </a:cubicBezTo>
                    <a:cubicBezTo>
                      <a:pt x="1009" y="727"/>
                      <a:pt x="1009" y="727"/>
                      <a:pt x="1009" y="727"/>
                    </a:cubicBezTo>
                    <a:cubicBezTo>
                      <a:pt x="1034" y="727"/>
                      <a:pt x="1054" y="712"/>
                      <a:pt x="1065" y="698"/>
                    </a:cubicBezTo>
                    <a:cubicBezTo>
                      <a:pt x="1098" y="654"/>
                      <a:pt x="1103" y="595"/>
                      <a:pt x="1104" y="533"/>
                    </a:cubicBezTo>
                    <a:cubicBezTo>
                      <a:pt x="1104" y="491"/>
                      <a:pt x="1100" y="450"/>
                      <a:pt x="1089" y="415"/>
                    </a:cubicBezTo>
                    <a:cubicBezTo>
                      <a:pt x="1084" y="397"/>
                      <a:pt x="1077" y="381"/>
                      <a:pt x="1065" y="366"/>
                    </a:cubicBezTo>
                    <a:close/>
                    <a:moveTo>
                      <a:pt x="258" y="139"/>
                    </a:moveTo>
                    <a:cubicBezTo>
                      <a:pt x="262" y="119"/>
                      <a:pt x="292" y="97"/>
                      <a:pt x="313" y="97"/>
                    </a:cubicBezTo>
                    <a:cubicBezTo>
                      <a:pt x="314" y="97"/>
                      <a:pt x="314" y="97"/>
                      <a:pt x="315" y="97"/>
                    </a:cubicBezTo>
                    <a:cubicBezTo>
                      <a:pt x="790" y="97"/>
                      <a:pt x="790" y="97"/>
                      <a:pt x="790" y="97"/>
                    </a:cubicBezTo>
                    <a:cubicBezTo>
                      <a:pt x="811" y="96"/>
                      <a:pt x="842" y="118"/>
                      <a:pt x="847" y="139"/>
                    </a:cubicBezTo>
                    <a:cubicBezTo>
                      <a:pt x="908" y="336"/>
                      <a:pt x="908" y="336"/>
                      <a:pt x="908" y="336"/>
                    </a:cubicBezTo>
                    <a:cubicBezTo>
                      <a:pt x="196" y="336"/>
                      <a:pt x="196" y="336"/>
                      <a:pt x="196" y="336"/>
                    </a:cubicBezTo>
                    <a:lnTo>
                      <a:pt x="258" y="139"/>
                    </a:lnTo>
                    <a:close/>
                    <a:moveTo>
                      <a:pt x="332" y="566"/>
                    </a:moveTo>
                    <a:cubicBezTo>
                      <a:pt x="332" y="594"/>
                      <a:pt x="309" y="617"/>
                      <a:pt x="281" y="617"/>
                    </a:cubicBezTo>
                    <a:cubicBezTo>
                      <a:pt x="189" y="617"/>
                      <a:pt x="189" y="617"/>
                      <a:pt x="189" y="617"/>
                    </a:cubicBezTo>
                    <a:cubicBezTo>
                      <a:pt x="161" y="617"/>
                      <a:pt x="139" y="594"/>
                      <a:pt x="138" y="566"/>
                    </a:cubicBezTo>
                    <a:cubicBezTo>
                      <a:pt x="138" y="519"/>
                      <a:pt x="138" y="519"/>
                      <a:pt x="138" y="519"/>
                    </a:cubicBezTo>
                    <a:cubicBezTo>
                      <a:pt x="139" y="491"/>
                      <a:pt x="161" y="468"/>
                      <a:pt x="189" y="468"/>
                    </a:cubicBezTo>
                    <a:cubicBezTo>
                      <a:pt x="281" y="468"/>
                      <a:pt x="281" y="468"/>
                      <a:pt x="281" y="468"/>
                    </a:cubicBezTo>
                    <a:cubicBezTo>
                      <a:pt x="309" y="468"/>
                      <a:pt x="332" y="491"/>
                      <a:pt x="332" y="519"/>
                    </a:cubicBezTo>
                    <a:lnTo>
                      <a:pt x="332" y="566"/>
                    </a:lnTo>
                    <a:close/>
                    <a:moveTo>
                      <a:pt x="966" y="566"/>
                    </a:moveTo>
                    <a:cubicBezTo>
                      <a:pt x="966" y="594"/>
                      <a:pt x="943" y="617"/>
                      <a:pt x="915" y="617"/>
                    </a:cubicBezTo>
                    <a:cubicBezTo>
                      <a:pt x="824" y="617"/>
                      <a:pt x="824" y="617"/>
                      <a:pt x="824" y="617"/>
                    </a:cubicBezTo>
                    <a:cubicBezTo>
                      <a:pt x="796" y="617"/>
                      <a:pt x="773" y="594"/>
                      <a:pt x="773" y="566"/>
                    </a:cubicBezTo>
                    <a:cubicBezTo>
                      <a:pt x="773" y="519"/>
                      <a:pt x="773" y="519"/>
                      <a:pt x="773" y="519"/>
                    </a:cubicBezTo>
                    <a:cubicBezTo>
                      <a:pt x="773" y="491"/>
                      <a:pt x="796" y="468"/>
                      <a:pt x="824" y="468"/>
                    </a:cubicBezTo>
                    <a:cubicBezTo>
                      <a:pt x="915" y="468"/>
                      <a:pt x="915" y="468"/>
                      <a:pt x="915" y="468"/>
                    </a:cubicBezTo>
                    <a:cubicBezTo>
                      <a:pt x="943" y="468"/>
                      <a:pt x="966" y="491"/>
                      <a:pt x="966" y="519"/>
                    </a:cubicBezTo>
                    <a:lnTo>
                      <a:pt x="966" y="5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65" name="Freeform 58"/>
              <p:cNvSpPr>
                <a:spLocks/>
              </p:cNvSpPr>
              <p:nvPr userDrawn="1"/>
            </p:nvSpPr>
            <p:spPr bwMode="auto">
              <a:xfrm>
                <a:off x="3030522" y="5967545"/>
                <a:ext cx="106357" cy="103558"/>
              </a:xfrm>
              <a:custGeom>
                <a:avLst/>
                <a:gdLst>
                  <a:gd name="T0" fmla="*/ 0 w 176"/>
                  <a:gd name="T1" fmla="*/ 134 h 169"/>
                  <a:gd name="T2" fmla="*/ 10 w 176"/>
                  <a:gd name="T3" fmla="*/ 159 h 169"/>
                  <a:gd name="T4" fmla="*/ 35 w 176"/>
                  <a:gd name="T5" fmla="*/ 169 h 169"/>
                  <a:gd name="T6" fmla="*/ 142 w 176"/>
                  <a:gd name="T7" fmla="*/ 169 h 169"/>
                  <a:gd name="T8" fmla="*/ 166 w 176"/>
                  <a:gd name="T9" fmla="*/ 159 h 169"/>
                  <a:gd name="T10" fmla="*/ 176 w 176"/>
                  <a:gd name="T11" fmla="*/ 134 h 169"/>
                  <a:gd name="T12" fmla="*/ 176 w 176"/>
                  <a:gd name="T13" fmla="*/ 0 h 169"/>
                  <a:gd name="T14" fmla="*/ 0 w 176"/>
                  <a:gd name="T15" fmla="*/ 0 h 169"/>
                  <a:gd name="T16" fmla="*/ 0 w 176"/>
                  <a:gd name="T17" fmla="*/ 134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6" h="169">
                    <a:moveTo>
                      <a:pt x="0" y="134"/>
                    </a:moveTo>
                    <a:cubicBezTo>
                      <a:pt x="0" y="143"/>
                      <a:pt x="4" y="152"/>
                      <a:pt x="10" y="159"/>
                    </a:cubicBezTo>
                    <a:cubicBezTo>
                      <a:pt x="17" y="165"/>
                      <a:pt x="25" y="169"/>
                      <a:pt x="35" y="169"/>
                    </a:cubicBezTo>
                    <a:cubicBezTo>
                      <a:pt x="142" y="169"/>
                      <a:pt x="142" y="169"/>
                      <a:pt x="142" y="169"/>
                    </a:cubicBezTo>
                    <a:cubicBezTo>
                      <a:pt x="151" y="169"/>
                      <a:pt x="160" y="165"/>
                      <a:pt x="166" y="159"/>
                    </a:cubicBezTo>
                    <a:cubicBezTo>
                      <a:pt x="172" y="152"/>
                      <a:pt x="176" y="143"/>
                      <a:pt x="176" y="134"/>
                    </a:cubicBezTo>
                    <a:cubicBezTo>
                      <a:pt x="176" y="0"/>
                      <a:pt x="176" y="0"/>
                      <a:pt x="176" y="0"/>
                    </a:cubicBezTo>
                    <a:cubicBezTo>
                      <a:pt x="0" y="0"/>
                      <a:pt x="0" y="0"/>
                      <a:pt x="0" y="0"/>
                    </a:cubicBezTo>
                    <a:lnTo>
                      <a:pt x="0" y="13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grpSp>
        <p:grpSp>
          <p:nvGrpSpPr>
            <p:cNvPr id="66" name="Group 65"/>
            <p:cNvGrpSpPr/>
            <p:nvPr userDrawn="1"/>
          </p:nvGrpSpPr>
          <p:grpSpPr>
            <a:xfrm>
              <a:off x="735535" y="4244676"/>
              <a:ext cx="514848" cy="460059"/>
              <a:chOff x="7633267" y="1382992"/>
              <a:chExt cx="828466" cy="740302"/>
            </a:xfrm>
            <a:solidFill>
              <a:schemeClr val="bg1"/>
            </a:solidFill>
          </p:grpSpPr>
          <p:sp>
            <p:nvSpPr>
              <p:cNvPr id="67" name="Freeform 28"/>
              <p:cNvSpPr>
                <a:spLocks/>
              </p:cNvSpPr>
              <p:nvPr userDrawn="1"/>
            </p:nvSpPr>
            <p:spPr bwMode="auto">
              <a:xfrm>
                <a:off x="7774610" y="1567718"/>
                <a:ext cx="547180" cy="555576"/>
              </a:xfrm>
              <a:custGeom>
                <a:avLst/>
                <a:gdLst>
                  <a:gd name="T0" fmla="*/ 745 w 898"/>
                  <a:gd name="T1" fmla="*/ 263 h 912"/>
                  <a:gd name="T2" fmla="*/ 449 w 898"/>
                  <a:gd name="T3" fmla="*/ 0 h 912"/>
                  <a:gd name="T4" fmla="*/ 153 w 898"/>
                  <a:gd name="T5" fmla="*/ 263 h 912"/>
                  <a:gd name="T6" fmla="*/ 77 w 898"/>
                  <a:gd name="T7" fmla="*/ 331 h 912"/>
                  <a:gd name="T8" fmla="*/ 0 w 898"/>
                  <a:gd name="T9" fmla="*/ 399 h 912"/>
                  <a:gd name="T10" fmla="*/ 0 w 898"/>
                  <a:gd name="T11" fmla="*/ 835 h 912"/>
                  <a:gd name="T12" fmla="*/ 77 w 898"/>
                  <a:gd name="T13" fmla="*/ 912 h 912"/>
                  <a:gd name="T14" fmla="*/ 287 w 898"/>
                  <a:gd name="T15" fmla="*/ 912 h 912"/>
                  <a:gd name="T16" fmla="*/ 287 w 898"/>
                  <a:gd name="T17" fmla="*/ 835 h 912"/>
                  <a:gd name="T18" fmla="*/ 287 w 898"/>
                  <a:gd name="T19" fmla="*/ 758 h 912"/>
                  <a:gd name="T20" fmla="*/ 287 w 898"/>
                  <a:gd name="T21" fmla="*/ 537 h 912"/>
                  <a:gd name="T22" fmla="*/ 611 w 898"/>
                  <a:gd name="T23" fmla="*/ 537 h 912"/>
                  <a:gd name="T24" fmla="*/ 611 w 898"/>
                  <a:gd name="T25" fmla="*/ 758 h 912"/>
                  <a:gd name="T26" fmla="*/ 611 w 898"/>
                  <a:gd name="T27" fmla="*/ 835 h 912"/>
                  <a:gd name="T28" fmla="*/ 611 w 898"/>
                  <a:gd name="T29" fmla="*/ 912 h 912"/>
                  <a:gd name="T30" fmla="*/ 821 w 898"/>
                  <a:gd name="T31" fmla="*/ 912 h 912"/>
                  <a:gd name="T32" fmla="*/ 898 w 898"/>
                  <a:gd name="T33" fmla="*/ 835 h 912"/>
                  <a:gd name="T34" fmla="*/ 898 w 898"/>
                  <a:gd name="T35" fmla="*/ 399 h 912"/>
                  <a:gd name="T36" fmla="*/ 821 w 898"/>
                  <a:gd name="T37" fmla="*/ 331 h 912"/>
                  <a:gd name="T38" fmla="*/ 745 w 898"/>
                  <a:gd name="T39" fmla="*/ 263 h 9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98" h="912">
                    <a:moveTo>
                      <a:pt x="745" y="263"/>
                    </a:moveTo>
                    <a:cubicBezTo>
                      <a:pt x="449" y="0"/>
                      <a:pt x="449" y="0"/>
                      <a:pt x="449" y="0"/>
                    </a:cubicBezTo>
                    <a:cubicBezTo>
                      <a:pt x="153" y="263"/>
                      <a:pt x="153" y="263"/>
                      <a:pt x="153" y="263"/>
                    </a:cubicBezTo>
                    <a:cubicBezTo>
                      <a:pt x="77" y="331"/>
                      <a:pt x="77" y="331"/>
                      <a:pt x="77" y="331"/>
                    </a:cubicBezTo>
                    <a:cubicBezTo>
                      <a:pt x="0" y="399"/>
                      <a:pt x="0" y="399"/>
                      <a:pt x="0" y="399"/>
                    </a:cubicBezTo>
                    <a:cubicBezTo>
                      <a:pt x="0" y="835"/>
                      <a:pt x="0" y="835"/>
                      <a:pt x="0" y="835"/>
                    </a:cubicBezTo>
                    <a:cubicBezTo>
                      <a:pt x="0" y="877"/>
                      <a:pt x="34" y="912"/>
                      <a:pt x="77" y="912"/>
                    </a:cubicBezTo>
                    <a:cubicBezTo>
                      <a:pt x="287" y="912"/>
                      <a:pt x="287" y="912"/>
                      <a:pt x="287" y="912"/>
                    </a:cubicBezTo>
                    <a:cubicBezTo>
                      <a:pt x="287" y="835"/>
                      <a:pt x="287" y="835"/>
                      <a:pt x="287" y="835"/>
                    </a:cubicBezTo>
                    <a:cubicBezTo>
                      <a:pt x="287" y="758"/>
                      <a:pt x="287" y="758"/>
                      <a:pt x="287" y="758"/>
                    </a:cubicBezTo>
                    <a:cubicBezTo>
                      <a:pt x="287" y="537"/>
                      <a:pt x="287" y="537"/>
                      <a:pt x="287" y="537"/>
                    </a:cubicBezTo>
                    <a:cubicBezTo>
                      <a:pt x="611" y="537"/>
                      <a:pt x="611" y="537"/>
                      <a:pt x="611" y="537"/>
                    </a:cubicBezTo>
                    <a:cubicBezTo>
                      <a:pt x="611" y="758"/>
                      <a:pt x="611" y="758"/>
                      <a:pt x="611" y="758"/>
                    </a:cubicBezTo>
                    <a:cubicBezTo>
                      <a:pt x="611" y="835"/>
                      <a:pt x="611" y="835"/>
                      <a:pt x="611" y="835"/>
                    </a:cubicBezTo>
                    <a:cubicBezTo>
                      <a:pt x="611" y="912"/>
                      <a:pt x="611" y="912"/>
                      <a:pt x="611" y="912"/>
                    </a:cubicBezTo>
                    <a:cubicBezTo>
                      <a:pt x="821" y="912"/>
                      <a:pt x="821" y="912"/>
                      <a:pt x="821" y="912"/>
                    </a:cubicBezTo>
                    <a:cubicBezTo>
                      <a:pt x="864" y="912"/>
                      <a:pt x="898" y="877"/>
                      <a:pt x="898" y="835"/>
                    </a:cubicBezTo>
                    <a:cubicBezTo>
                      <a:pt x="898" y="399"/>
                      <a:pt x="898" y="399"/>
                      <a:pt x="898" y="399"/>
                    </a:cubicBezTo>
                    <a:cubicBezTo>
                      <a:pt x="821" y="331"/>
                      <a:pt x="821" y="331"/>
                      <a:pt x="821" y="331"/>
                    </a:cubicBezTo>
                    <a:lnTo>
                      <a:pt x="745" y="26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68" name="Freeform 29"/>
              <p:cNvSpPr>
                <a:spLocks/>
              </p:cNvSpPr>
              <p:nvPr userDrawn="1"/>
            </p:nvSpPr>
            <p:spPr bwMode="auto">
              <a:xfrm>
                <a:off x="7633267" y="1382992"/>
                <a:ext cx="828466" cy="425429"/>
              </a:xfrm>
              <a:custGeom>
                <a:avLst/>
                <a:gdLst>
                  <a:gd name="T0" fmla="*/ 1324 w 1358"/>
                  <a:gd name="T1" fmla="*/ 554 h 697"/>
                  <a:gd name="T2" fmla="*/ 730 w 1358"/>
                  <a:gd name="T3" fmla="*/ 26 h 697"/>
                  <a:gd name="T4" fmla="*/ 628 w 1358"/>
                  <a:gd name="T5" fmla="*/ 26 h 697"/>
                  <a:gd name="T6" fmla="*/ 34 w 1358"/>
                  <a:gd name="T7" fmla="*/ 554 h 697"/>
                  <a:gd name="T8" fmla="*/ 28 w 1358"/>
                  <a:gd name="T9" fmla="*/ 662 h 697"/>
                  <a:gd name="T10" fmla="*/ 85 w 1358"/>
                  <a:gd name="T11" fmla="*/ 688 h 697"/>
                  <a:gd name="T12" fmla="*/ 136 w 1358"/>
                  <a:gd name="T13" fmla="*/ 669 h 697"/>
                  <a:gd name="T14" fmla="*/ 230 w 1358"/>
                  <a:gd name="T15" fmla="*/ 586 h 697"/>
                  <a:gd name="T16" fmla="*/ 307 w 1358"/>
                  <a:gd name="T17" fmla="*/ 517 h 697"/>
                  <a:gd name="T18" fmla="*/ 679 w 1358"/>
                  <a:gd name="T19" fmla="*/ 186 h 697"/>
                  <a:gd name="T20" fmla="*/ 1051 w 1358"/>
                  <a:gd name="T21" fmla="*/ 517 h 697"/>
                  <a:gd name="T22" fmla="*/ 1128 w 1358"/>
                  <a:gd name="T23" fmla="*/ 586 h 697"/>
                  <a:gd name="T24" fmla="*/ 1222 w 1358"/>
                  <a:gd name="T25" fmla="*/ 669 h 697"/>
                  <a:gd name="T26" fmla="*/ 1330 w 1358"/>
                  <a:gd name="T27" fmla="*/ 662 h 697"/>
                  <a:gd name="T28" fmla="*/ 1324 w 1358"/>
                  <a:gd name="T29" fmla="*/ 554 h 6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358" h="697">
                    <a:moveTo>
                      <a:pt x="1324" y="554"/>
                    </a:moveTo>
                    <a:cubicBezTo>
                      <a:pt x="730" y="26"/>
                      <a:pt x="730" y="26"/>
                      <a:pt x="730" y="26"/>
                    </a:cubicBezTo>
                    <a:cubicBezTo>
                      <a:pt x="701" y="0"/>
                      <a:pt x="657" y="0"/>
                      <a:pt x="628" y="26"/>
                    </a:cubicBezTo>
                    <a:cubicBezTo>
                      <a:pt x="34" y="554"/>
                      <a:pt x="34" y="554"/>
                      <a:pt x="34" y="554"/>
                    </a:cubicBezTo>
                    <a:cubicBezTo>
                      <a:pt x="3" y="582"/>
                      <a:pt x="0" y="631"/>
                      <a:pt x="28" y="662"/>
                    </a:cubicBezTo>
                    <a:cubicBezTo>
                      <a:pt x="43" y="679"/>
                      <a:pt x="64" y="688"/>
                      <a:pt x="85" y="688"/>
                    </a:cubicBezTo>
                    <a:cubicBezTo>
                      <a:pt x="104" y="688"/>
                      <a:pt x="122" y="682"/>
                      <a:pt x="136" y="669"/>
                    </a:cubicBezTo>
                    <a:cubicBezTo>
                      <a:pt x="230" y="586"/>
                      <a:pt x="230" y="586"/>
                      <a:pt x="230" y="586"/>
                    </a:cubicBezTo>
                    <a:cubicBezTo>
                      <a:pt x="307" y="517"/>
                      <a:pt x="307" y="517"/>
                      <a:pt x="307" y="517"/>
                    </a:cubicBezTo>
                    <a:cubicBezTo>
                      <a:pt x="679" y="186"/>
                      <a:pt x="679" y="186"/>
                      <a:pt x="679" y="186"/>
                    </a:cubicBezTo>
                    <a:cubicBezTo>
                      <a:pt x="1051" y="517"/>
                      <a:pt x="1051" y="517"/>
                      <a:pt x="1051" y="517"/>
                    </a:cubicBezTo>
                    <a:cubicBezTo>
                      <a:pt x="1128" y="586"/>
                      <a:pt x="1128" y="586"/>
                      <a:pt x="1128" y="586"/>
                    </a:cubicBezTo>
                    <a:cubicBezTo>
                      <a:pt x="1222" y="669"/>
                      <a:pt x="1222" y="669"/>
                      <a:pt x="1222" y="669"/>
                    </a:cubicBezTo>
                    <a:cubicBezTo>
                      <a:pt x="1253" y="697"/>
                      <a:pt x="1302" y="694"/>
                      <a:pt x="1330" y="662"/>
                    </a:cubicBezTo>
                    <a:cubicBezTo>
                      <a:pt x="1358" y="631"/>
                      <a:pt x="1355" y="582"/>
                      <a:pt x="1324" y="55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grpSp>
        <p:sp>
          <p:nvSpPr>
            <p:cNvPr id="69" name="Freeform 68"/>
            <p:cNvSpPr>
              <a:spLocks noEditPoints="1"/>
            </p:cNvSpPr>
            <p:nvPr userDrawn="1"/>
          </p:nvSpPr>
          <p:spPr bwMode="auto">
            <a:xfrm>
              <a:off x="2599118" y="1839839"/>
              <a:ext cx="465524" cy="419099"/>
            </a:xfrm>
            <a:custGeom>
              <a:avLst/>
              <a:gdLst>
                <a:gd name="T0" fmla="*/ 431 w 628"/>
                <a:gd name="T1" fmla="*/ 305 h 566"/>
                <a:gd name="T2" fmla="*/ 349 w 628"/>
                <a:gd name="T3" fmla="*/ 377 h 566"/>
                <a:gd name="T4" fmla="*/ 278 w 628"/>
                <a:gd name="T5" fmla="*/ 458 h 566"/>
                <a:gd name="T6" fmla="*/ 197 w 628"/>
                <a:gd name="T7" fmla="*/ 377 h 566"/>
                <a:gd name="T8" fmla="*/ 278 w 628"/>
                <a:gd name="T9" fmla="*/ 305 h 566"/>
                <a:gd name="T10" fmla="*/ 349 w 628"/>
                <a:gd name="T11" fmla="*/ 224 h 566"/>
                <a:gd name="T12" fmla="*/ 628 w 628"/>
                <a:gd name="T13" fmla="*/ 170 h 566"/>
                <a:gd name="T14" fmla="*/ 624 w 628"/>
                <a:gd name="T15" fmla="*/ 522 h 566"/>
                <a:gd name="T16" fmla="*/ 567 w 628"/>
                <a:gd name="T17" fmla="*/ 566 h 566"/>
                <a:gd name="T18" fmla="*/ 504 w 628"/>
                <a:gd name="T19" fmla="*/ 566 h 566"/>
                <a:gd name="T20" fmla="*/ 104 w 628"/>
                <a:gd name="T21" fmla="*/ 566 h 566"/>
                <a:gd name="T22" fmla="*/ 44 w 628"/>
                <a:gd name="T23" fmla="*/ 563 h 566"/>
                <a:gd name="T24" fmla="*/ 0 w 628"/>
                <a:gd name="T25" fmla="*/ 506 h 566"/>
                <a:gd name="T26" fmla="*/ 3 w 628"/>
                <a:gd name="T27" fmla="*/ 154 h 566"/>
                <a:gd name="T28" fmla="*/ 60 w 628"/>
                <a:gd name="T29" fmla="*/ 110 h 566"/>
                <a:gd name="T30" fmla="*/ 104 w 628"/>
                <a:gd name="T31" fmla="*/ 110 h 566"/>
                <a:gd name="T32" fmla="*/ 167 w 628"/>
                <a:gd name="T33" fmla="*/ 101 h 566"/>
                <a:gd name="T34" fmla="*/ 170 w 628"/>
                <a:gd name="T35" fmla="*/ 17 h 566"/>
                <a:gd name="T36" fmla="*/ 199 w 628"/>
                <a:gd name="T37" fmla="*/ 0 h 566"/>
                <a:gd name="T38" fmla="*/ 444 w 628"/>
                <a:gd name="T39" fmla="*/ 4 h 566"/>
                <a:gd name="T40" fmla="*/ 461 w 628"/>
                <a:gd name="T41" fmla="*/ 33 h 566"/>
                <a:gd name="T42" fmla="*/ 469 w 628"/>
                <a:gd name="T43" fmla="*/ 110 h 566"/>
                <a:gd name="T44" fmla="*/ 524 w 628"/>
                <a:gd name="T45" fmla="*/ 110 h 566"/>
                <a:gd name="T46" fmla="*/ 583 w 628"/>
                <a:gd name="T47" fmla="*/ 113 h 566"/>
                <a:gd name="T48" fmla="*/ 628 w 628"/>
                <a:gd name="T49" fmla="*/ 170 h 566"/>
                <a:gd name="T50" fmla="*/ 231 w 628"/>
                <a:gd name="T51" fmla="*/ 110 h 566"/>
                <a:gd name="T52" fmla="*/ 405 w 628"/>
                <a:gd name="T53" fmla="*/ 101 h 566"/>
                <a:gd name="T54" fmla="*/ 396 w 628"/>
                <a:gd name="T55" fmla="*/ 53 h 566"/>
                <a:gd name="T56" fmla="*/ 223 w 628"/>
                <a:gd name="T57" fmla="*/ 61 h 566"/>
                <a:gd name="T58" fmla="*/ 475 w 628"/>
                <a:gd name="T59" fmla="*/ 341 h 566"/>
                <a:gd name="T60" fmla="*/ 152 w 628"/>
                <a:gd name="T61" fmla="*/ 341 h 566"/>
                <a:gd name="T62" fmla="*/ 475 w 628"/>
                <a:gd name="T63" fmla="*/ 341 h 5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28" h="566">
                  <a:moveTo>
                    <a:pt x="349" y="305"/>
                  </a:moveTo>
                  <a:cubicBezTo>
                    <a:pt x="431" y="305"/>
                    <a:pt x="431" y="305"/>
                    <a:pt x="431" y="305"/>
                  </a:cubicBezTo>
                  <a:cubicBezTo>
                    <a:pt x="431" y="377"/>
                    <a:pt x="431" y="377"/>
                    <a:pt x="431" y="377"/>
                  </a:cubicBezTo>
                  <a:cubicBezTo>
                    <a:pt x="349" y="377"/>
                    <a:pt x="349" y="377"/>
                    <a:pt x="349" y="377"/>
                  </a:cubicBezTo>
                  <a:cubicBezTo>
                    <a:pt x="349" y="458"/>
                    <a:pt x="349" y="458"/>
                    <a:pt x="349" y="458"/>
                  </a:cubicBezTo>
                  <a:cubicBezTo>
                    <a:pt x="278" y="458"/>
                    <a:pt x="278" y="458"/>
                    <a:pt x="278" y="458"/>
                  </a:cubicBezTo>
                  <a:cubicBezTo>
                    <a:pt x="278" y="377"/>
                    <a:pt x="278" y="377"/>
                    <a:pt x="278" y="377"/>
                  </a:cubicBezTo>
                  <a:cubicBezTo>
                    <a:pt x="197" y="377"/>
                    <a:pt x="197" y="377"/>
                    <a:pt x="197" y="377"/>
                  </a:cubicBezTo>
                  <a:cubicBezTo>
                    <a:pt x="197" y="305"/>
                    <a:pt x="197" y="305"/>
                    <a:pt x="197" y="305"/>
                  </a:cubicBezTo>
                  <a:cubicBezTo>
                    <a:pt x="278" y="305"/>
                    <a:pt x="278" y="305"/>
                    <a:pt x="278" y="305"/>
                  </a:cubicBezTo>
                  <a:cubicBezTo>
                    <a:pt x="278" y="224"/>
                    <a:pt x="278" y="224"/>
                    <a:pt x="278" y="224"/>
                  </a:cubicBezTo>
                  <a:cubicBezTo>
                    <a:pt x="349" y="224"/>
                    <a:pt x="349" y="224"/>
                    <a:pt x="349" y="224"/>
                  </a:cubicBezTo>
                  <a:lnTo>
                    <a:pt x="349" y="305"/>
                  </a:lnTo>
                  <a:close/>
                  <a:moveTo>
                    <a:pt x="628" y="170"/>
                  </a:moveTo>
                  <a:cubicBezTo>
                    <a:pt x="628" y="506"/>
                    <a:pt x="628" y="506"/>
                    <a:pt x="628" y="506"/>
                  </a:cubicBezTo>
                  <a:cubicBezTo>
                    <a:pt x="628" y="510"/>
                    <a:pt x="626" y="517"/>
                    <a:pt x="624" y="522"/>
                  </a:cubicBezTo>
                  <a:cubicBezTo>
                    <a:pt x="583" y="563"/>
                    <a:pt x="583" y="563"/>
                    <a:pt x="583" y="563"/>
                  </a:cubicBezTo>
                  <a:cubicBezTo>
                    <a:pt x="579" y="565"/>
                    <a:pt x="572" y="566"/>
                    <a:pt x="567" y="566"/>
                  </a:cubicBezTo>
                  <a:cubicBezTo>
                    <a:pt x="524" y="566"/>
                    <a:pt x="524" y="566"/>
                    <a:pt x="524" y="566"/>
                  </a:cubicBezTo>
                  <a:cubicBezTo>
                    <a:pt x="504" y="566"/>
                    <a:pt x="504" y="566"/>
                    <a:pt x="504" y="566"/>
                  </a:cubicBezTo>
                  <a:cubicBezTo>
                    <a:pt x="123" y="566"/>
                    <a:pt x="123" y="566"/>
                    <a:pt x="123" y="566"/>
                  </a:cubicBezTo>
                  <a:cubicBezTo>
                    <a:pt x="104" y="566"/>
                    <a:pt x="104" y="566"/>
                    <a:pt x="104" y="566"/>
                  </a:cubicBezTo>
                  <a:cubicBezTo>
                    <a:pt x="60" y="566"/>
                    <a:pt x="60" y="566"/>
                    <a:pt x="60" y="566"/>
                  </a:cubicBezTo>
                  <a:cubicBezTo>
                    <a:pt x="56" y="566"/>
                    <a:pt x="49" y="565"/>
                    <a:pt x="44" y="563"/>
                  </a:cubicBezTo>
                  <a:cubicBezTo>
                    <a:pt x="3" y="522"/>
                    <a:pt x="3" y="522"/>
                    <a:pt x="3" y="522"/>
                  </a:cubicBezTo>
                  <a:cubicBezTo>
                    <a:pt x="1" y="517"/>
                    <a:pt x="0" y="510"/>
                    <a:pt x="0" y="506"/>
                  </a:cubicBezTo>
                  <a:cubicBezTo>
                    <a:pt x="0" y="170"/>
                    <a:pt x="0" y="170"/>
                    <a:pt x="0" y="170"/>
                  </a:cubicBezTo>
                  <a:cubicBezTo>
                    <a:pt x="0" y="166"/>
                    <a:pt x="1" y="158"/>
                    <a:pt x="3" y="154"/>
                  </a:cubicBezTo>
                  <a:cubicBezTo>
                    <a:pt x="44" y="113"/>
                    <a:pt x="44" y="113"/>
                    <a:pt x="44" y="113"/>
                  </a:cubicBezTo>
                  <a:cubicBezTo>
                    <a:pt x="49" y="111"/>
                    <a:pt x="56" y="110"/>
                    <a:pt x="60" y="110"/>
                  </a:cubicBezTo>
                  <a:cubicBezTo>
                    <a:pt x="85" y="110"/>
                    <a:pt x="85" y="110"/>
                    <a:pt x="85" y="110"/>
                  </a:cubicBezTo>
                  <a:cubicBezTo>
                    <a:pt x="104" y="110"/>
                    <a:pt x="104" y="110"/>
                    <a:pt x="104" y="110"/>
                  </a:cubicBezTo>
                  <a:cubicBezTo>
                    <a:pt x="158" y="110"/>
                    <a:pt x="158" y="110"/>
                    <a:pt x="158" y="110"/>
                  </a:cubicBezTo>
                  <a:cubicBezTo>
                    <a:pt x="163" y="110"/>
                    <a:pt x="167" y="106"/>
                    <a:pt x="167" y="101"/>
                  </a:cubicBezTo>
                  <a:cubicBezTo>
                    <a:pt x="167" y="33"/>
                    <a:pt x="167" y="33"/>
                    <a:pt x="167" y="33"/>
                  </a:cubicBezTo>
                  <a:cubicBezTo>
                    <a:pt x="167" y="28"/>
                    <a:pt x="168" y="21"/>
                    <a:pt x="170" y="17"/>
                  </a:cubicBezTo>
                  <a:cubicBezTo>
                    <a:pt x="183" y="4"/>
                    <a:pt x="183" y="4"/>
                    <a:pt x="183" y="4"/>
                  </a:cubicBezTo>
                  <a:cubicBezTo>
                    <a:pt x="187" y="2"/>
                    <a:pt x="195" y="0"/>
                    <a:pt x="199" y="0"/>
                  </a:cubicBezTo>
                  <a:cubicBezTo>
                    <a:pt x="428" y="0"/>
                    <a:pt x="428" y="0"/>
                    <a:pt x="428" y="0"/>
                  </a:cubicBezTo>
                  <a:cubicBezTo>
                    <a:pt x="433" y="0"/>
                    <a:pt x="440" y="2"/>
                    <a:pt x="444" y="4"/>
                  </a:cubicBezTo>
                  <a:cubicBezTo>
                    <a:pt x="458" y="17"/>
                    <a:pt x="458" y="17"/>
                    <a:pt x="458" y="17"/>
                  </a:cubicBezTo>
                  <a:cubicBezTo>
                    <a:pt x="459" y="21"/>
                    <a:pt x="461" y="28"/>
                    <a:pt x="461" y="33"/>
                  </a:cubicBezTo>
                  <a:cubicBezTo>
                    <a:pt x="461" y="101"/>
                    <a:pt x="461" y="101"/>
                    <a:pt x="461" y="101"/>
                  </a:cubicBezTo>
                  <a:cubicBezTo>
                    <a:pt x="461" y="106"/>
                    <a:pt x="465" y="110"/>
                    <a:pt x="469" y="110"/>
                  </a:cubicBezTo>
                  <a:cubicBezTo>
                    <a:pt x="508" y="110"/>
                    <a:pt x="508" y="110"/>
                    <a:pt x="508" y="110"/>
                  </a:cubicBezTo>
                  <a:cubicBezTo>
                    <a:pt x="524" y="110"/>
                    <a:pt x="524" y="110"/>
                    <a:pt x="524" y="110"/>
                  </a:cubicBezTo>
                  <a:cubicBezTo>
                    <a:pt x="567" y="110"/>
                    <a:pt x="567" y="110"/>
                    <a:pt x="567" y="110"/>
                  </a:cubicBezTo>
                  <a:cubicBezTo>
                    <a:pt x="572" y="110"/>
                    <a:pt x="579" y="111"/>
                    <a:pt x="583" y="113"/>
                  </a:cubicBezTo>
                  <a:cubicBezTo>
                    <a:pt x="624" y="154"/>
                    <a:pt x="624" y="154"/>
                    <a:pt x="624" y="154"/>
                  </a:cubicBezTo>
                  <a:cubicBezTo>
                    <a:pt x="626" y="158"/>
                    <a:pt x="628" y="166"/>
                    <a:pt x="628" y="170"/>
                  </a:cubicBezTo>
                  <a:close/>
                  <a:moveTo>
                    <a:pt x="223" y="101"/>
                  </a:moveTo>
                  <a:cubicBezTo>
                    <a:pt x="223" y="106"/>
                    <a:pt x="227" y="110"/>
                    <a:pt x="231" y="110"/>
                  </a:cubicBezTo>
                  <a:cubicBezTo>
                    <a:pt x="396" y="110"/>
                    <a:pt x="396" y="110"/>
                    <a:pt x="396" y="110"/>
                  </a:cubicBezTo>
                  <a:cubicBezTo>
                    <a:pt x="401" y="110"/>
                    <a:pt x="405" y="106"/>
                    <a:pt x="405" y="101"/>
                  </a:cubicBezTo>
                  <a:cubicBezTo>
                    <a:pt x="405" y="61"/>
                    <a:pt x="405" y="61"/>
                    <a:pt x="405" y="61"/>
                  </a:cubicBezTo>
                  <a:cubicBezTo>
                    <a:pt x="405" y="56"/>
                    <a:pt x="401" y="53"/>
                    <a:pt x="396" y="53"/>
                  </a:cubicBezTo>
                  <a:cubicBezTo>
                    <a:pt x="231" y="53"/>
                    <a:pt x="231" y="53"/>
                    <a:pt x="231" y="53"/>
                  </a:cubicBezTo>
                  <a:cubicBezTo>
                    <a:pt x="227" y="53"/>
                    <a:pt x="223" y="56"/>
                    <a:pt x="223" y="61"/>
                  </a:cubicBezTo>
                  <a:lnTo>
                    <a:pt x="223" y="101"/>
                  </a:lnTo>
                  <a:close/>
                  <a:moveTo>
                    <a:pt x="475" y="341"/>
                  </a:moveTo>
                  <a:cubicBezTo>
                    <a:pt x="475" y="252"/>
                    <a:pt x="403" y="180"/>
                    <a:pt x="314" y="180"/>
                  </a:cubicBezTo>
                  <a:cubicBezTo>
                    <a:pt x="225" y="180"/>
                    <a:pt x="152" y="252"/>
                    <a:pt x="152" y="341"/>
                  </a:cubicBezTo>
                  <a:cubicBezTo>
                    <a:pt x="152" y="430"/>
                    <a:pt x="225" y="502"/>
                    <a:pt x="314" y="502"/>
                  </a:cubicBezTo>
                  <a:cubicBezTo>
                    <a:pt x="403" y="502"/>
                    <a:pt x="475" y="430"/>
                    <a:pt x="475" y="341"/>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endParaRPr lang="en-IE" dirty="0"/>
            </a:p>
          </p:txBody>
        </p:sp>
        <p:grpSp>
          <p:nvGrpSpPr>
            <p:cNvPr id="70" name="Group 69"/>
            <p:cNvGrpSpPr/>
            <p:nvPr userDrawn="1"/>
          </p:nvGrpSpPr>
          <p:grpSpPr>
            <a:xfrm>
              <a:off x="897913" y="2434189"/>
              <a:ext cx="412511" cy="451618"/>
              <a:chOff x="614363" y="3216276"/>
              <a:chExt cx="519112" cy="568325"/>
            </a:xfrm>
            <a:solidFill>
              <a:schemeClr val="bg1"/>
            </a:solidFill>
          </p:grpSpPr>
          <p:sp>
            <p:nvSpPr>
              <p:cNvPr id="71" name="Freeform 51"/>
              <p:cNvSpPr>
                <a:spLocks/>
              </p:cNvSpPr>
              <p:nvPr/>
            </p:nvSpPr>
            <p:spPr bwMode="auto">
              <a:xfrm>
                <a:off x="646113" y="3216276"/>
                <a:ext cx="44450" cy="42863"/>
              </a:xfrm>
              <a:custGeom>
                <a:avLst/>
                <a:gdLst>
                  <a:gd name="T0" fmla="*/ 4 w 28"/>
                  <a:gd name="T1" fmla="*/ 27 h 27"/>
                  <a:gd name="T2" fmla="*/ 13 w 28"/>
                  <a:gd name="T3" fmla="*/ 23 h 27"/>
                  <a:gd name="T4" fmla="*/ 22 w 28"/>
                  <a:gd name="T5" fmla="*/ 27 h 27"/>
                  <a:gd name="T6" fmla="*/ 20 w 28"/>
                  <a:gd name="T7" fmla="*/ 18 h 27"/>
                  <a:gd name="T8" fmla="*/ 28 w 28"/>
                  <a:gd name="T9" fmla="*/ 11 h 27"/>
                  <a:gd name="T10" fmla="*/ 18 w 28"/>
                  <a:gd name="T11" fmla="*/ 9 h 27"/>
                  <a:gd name="T12" fmla="*/ 13 w 28"/>
                  <a:gd name="T13" fmla="*/ 0 h 27"/>
                  <a:gd name="T14" fmla="*/ 9 w 28"/>
                  <a:gd name="T15" fmla="*/ 9 h 27"/>
                  <a:gd name="T16" fmla="*/ 0 w 28"/>
                  <a:gd name="T17" fmla="*/ 11 h 27"/>
                  <a:gd name="T18" fmla="*/ 6 w 28"/>
                  <a:gd name="T19" fmla="*/ 18 h 27"/>
                  <a:gd name="T20" fmla="*/ 4 w 28"/>
                  <a:gd name="T21"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27">
                    <a:moveTo>
                      <a:pt x="4" y="27"/>
                    </a:moveTo>
                    <a:lnTo>
                      <a:pt x="13" y="23"/>
                    </a:lnTo>
                    <a:lnTo>
                      <a:pt x="22" y="27"/>
                    </a:lnTo>
                    <a:lnTo>
                      <a:pt x="20" y="18"/>
                    </a:lnTo>
                    <a:lnTo>
                      <a:pt x="28" y="11"/>
                    </a:lnTo>
                    <a:lnTo>
                      <a:pt x="18" y="9"/>
                    </a:lnTo>
                    <a:lnTo>
                      <a:pt x="13" y="0"/>
                    </a:lnTo>
                    <a:lnTo>
                      <a:pt x="9" y="9"/>
                    </a:lnTo>
                    <a:lnTo>
                      <a:pt x="0" y="11"/>
                    </a:lnTo>
                    <a:lnTo>
                      <a:pt x="6" y="18"/>
                    </a:lnTo>
                    <a:lnTo>
                      <a:pt x="4"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72" name="Freeform 52"/>
              <p:cNvSpPr>
                <a:spLocks/>
              </p:cNvSpPr>
              <p:nvPr/>
            </p:nvSpPr>
            <p:spPr bwMode="auto">
              <a:xfrm>
                <a:off x="698500" y="3216276"/>
                <a:ext cx="46037" cy="42863"/>
              </a:xfrm>
              <a:custGeom>
                <a:avLst/>
                <a:gdLst>
                  <a:gd name="T0" fmla="*/ 6 w 29"/>
                  <a:gd name="T1" fmla="*/ 27 h 27"/>
                  <a:gd name="T2" fmla="*/ 14 w 29"/>
                  <a:gd name="T3" fmla="*/ 23 h 27"/>
                  <a:gd name="T4" fmla="*/ 23 w 29"/>
                  <a:gd name="T5" fmla="*/ 27 h 27"/>
                  <a:gd name="T6" fmla="*/ 22 w 29"/>
                  <a:gd name="T7" fmla="*/ 18 h 27"/>
                  <a:gd name="T8" fmla="*/ 29 w 29"/>
                  <a:gd name="T9" fmla="*/ 11 h 27"/>
                  <a:gd name="T10" fmla="*/ 18 w 29"/>
                  <a:gd name="T11" fmla="*/ 9 h 27"/>
                  <a:gd name="T12" fmla="*/ 15 w 29"/>
                  <a:gd name="T13" fmla="*/ 0 h 27"/>
                  <a:gd name="T14" fmla="*/ 11 w 29"/>
                  <a:gd name="T15" fmla="*/ 9 h 27"/>
                  <a:gd name="T16" fmla="*/ 0 w 29"/>
                  <a:gd name="T17" fmla="*/ 11 h 27"/>
                  <a:gd name="T18" fmla="*/ 7 w 29"/>
                  <a:gd name="T19" fmla="*/ 18 h 27"/>
                  <a:gd name="T20" fmla="*/ 6 w 29"/>
                  <a:gd name="T21"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9" h="27">
                    <a:moveTo>
                      <a:pt x="6" y="27"/>
                    </a:moveTo>
                    <a:lnTo>
                      <a:pt x="14" y="23"/>
                    </a:lnTo>
                    <a:lnTo>
                      <a:pt x="23" y="27"/>
                    </a:lnTo>
                    <a:lnTo>
                      <a:pt x="22" y="18"/>
                    </a:lnTo>
                    <a:lnTo>
                      <a:pt x="29" y="11"/>
                    </a:lnTo>
                    <a:lnTo>
                      <a:pt x="18" y="9"/>
                    </a:lnTo>
                    <a:lnTo>
                      <a:pt x="15" y="0"/>
                    </a:lnTo>
                    <a:lnTo>
                      <a:pt x="11" y="9"/>
                    </a:lnTo>
                    <a:lnTo>
                      <a:pt x="0" y="11"/>
                    </a:lnTo>
                    <a:lnTo>
                      <a:pt x="7" y="18"/>
                    </a:lnTo>
                    <a:lnTo>
                      <a:pt x="6"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73" name="Freeform 53"/>
              <p:cNvSpPr>
                <a:spLocks noEditPoints="1"/>
              </p:cNvSpPr>
              <p:nvPr/>
            </p:nvSpPr>
            <p:spPr bwMode="auto">
              <a:xfrm>
                <a:off x="614363" y="3281363"/>
                <a:ext cx="322262" cy="503238"/>
              </a:xfrm>
              <a:custGeom>
                <a:avLst/>
                <a:gdLst>
                  <a:gd name="T0" fmla="*/ 203 w 203"/>
                  <a:gd name="T1" fmla="*/ 0 h 317"/>
                  <a:gd name="T2" fmla="*/ 173 w 203"/>
                  <a:gd name="T3" fmla="*/ 50 h 317"/>
                  <a:gd name="T4" fmla="*/ 173 w 203"/>
                  <a:gd name="T5" fmla="*/ 82 h 317"/>
                  <a:gd name="T6" fmla="*/ 191 w 203"/>
                  <a:gd name="T7" fmla="*/ 90 h 317"/>
                  <a:gd name="T8" fmla="*/ 173 w 203"/>
                  <a:gd name="T9" fmla="*/ 90 h 317"/>
                  <a:gd name="T10" fmla="*/ 191 w 203"/>
                  <a:gd name="T11" fmla="*/ 162 h 317"/>
                  <a:gd name="T12" fmla="*/ 173 w 203"/>
                  <a:gd name="T13" fmla="*/ 168 h 317"/>
                  <a:gd name="T14" fmla="*/ 173 w 203"/>
                  <a:gd name="T15" fmla="*/ 201 h 317"/>
                  <a:gd name="T16" fmla="*/ 191 w 203"/>
                  <a:gd name="T17" fmla="*/ 209 h 317"/>
                  <a:gd name="T18" fmla="*/ 173 w 203"/>
                  <a:gd name="T19" fmla="*/ 209 h 317"/>
                  <a:gd name="T20" fmla="*/ 191 w 203"/>
                  <a:gd name="T21" fmla="*/ 281 h 317"/>
                  <a:gd name="T22" fmla="*/ 140 w 203"/>
                  <a:gd name="T23" fmla="*/ 50 h 317"/>
                  <a:gd name="T24" fmla="*/ 140 w 203"/>
                  <a:gd name="T25" fmla="*/ 82 h 317"/>
                  <a:gd name="T26" fmla="*/ 158 w 203"/>
                  <a:gd name="T27" fmla="*/ 90 h 317"/>
                  <a:gd name="T28" fmla="*/ 140 w 203"/>
                  <a:gd name="T29" fmla="*/ 90 h 317"/>
                  <a:gd name="T30" fmla="*/ 158 w 203"/>
                  <a:gd name="T31" fmla="*/ 162 h 317"/>
                  <a:gd name="T32" fmla="*/ 140 w 203"/>
                  <a:gd name="T33" fmla="*/ 168 h 317"/>
                  <a:gd name="T34" fmla="*/ 140 w 203"/>
                  <a:gd name="T35" fmla="*/ 201 h 317"/>
                  <a:gd name="T36" fmla="*/ 158 w 203"/>
                  <a:gd name="T37" fmla="*/ 209 h 317"/>
                  <a:gd name="T38" fmla="*/ 140 w 203"/>
                  <a:gd name="T39" fmla="*/ 209 h 317"/>
                  <a:gd name="T40" fmla="*/ 158 w 203"/>
                  <a:gd name="T41" fmla="*/ 281 h 317"/>
                  <a:gd name="T42" fmla="*/ 107 w 203"/>
                  <a:gd name="T43" fmla="*/ 50 h 317"/>
                  <a:gd name="T44" fmla="*/ 107 w 203"/>
                  <a:gd name="T45" fmla="*/ 82 h 317"/>
                  <a:gd name="T46" fmla="*/ 126 w 203"/>
                  <a:gd name="T47" fmla="*/ 90 h 317"/>
                  <a:gd name="T48" fmla="*/ 107 w 203"/>
                  <a:gd name="T49" fmla="*/ 90 h 317"/>
                  <a:gd name="T50" fmla="*/ 126 w 203"/>
                  <a:gd name="T51" fmla="*/ 162 h 317"/>
                  <a:gd name="T52" fmla="*/ 107 w 203"/>
                  <a:gd name="T53" fmla="*/ 168 h 317"/>
                  <a:gd name="T54" fmla="*/ 107 w 203"/>
                  <a:gd name="T55" fmla="*/ 201 h 317"/>
                  <a:gd name="T56" fmla="*/ 126 w 203"/>
                  <a:gd name="T57" fmla="*/ 209 h 317"/>
                  <a:gd name="T58" fmla="*/ 107 w 203"/>
                  <a:gd name="T59" fmla="*/ 209 h 317"/>
                  <a:gd name="T60" fmla="*/ 126 w 203"/>
                  <a:gd name="T61" fmla="*/ 281 h 317"/>
                  <a:gd name="T62" fmla="*/ 78 w 203"/>
                  <a:gd name="T63" fmla="*/ 50 h 317"/>
                  <a:gd name="T64" fmla="*/ 78 w 203"/>
                  <a:gd name="T65" fmla="*/ 82 h 317"/>
                  <a:gd name="T66" fmla="*/ 96 w 203"/>
                  <a:gd name="T67" fmla="*/ 90 h 317"/>
                  <a:gd name="T68" fmla="*/ 78 w 203"/>
                  <a:gd name="T69" fmla="*/ 90 h 317"/>
                  <a:gd name="T70" fmla="*/ 96 w 203"/>
                  <a:gd name="T71" fmla="*/ 162 h 317"/>
                  <a:gd name="T72" fmla="*/ 78 w 203"/>
                  <a:gd name="T73" fmla="*/ 168 h 317"/>
                  <a:gd name="T74" fmla="*/ 78 w 203"/>
                  <a:gd name="T75" fmla="*/ 201 h 317"/>
                  <a:gd name="T76" fmla="*/ 96 w 203"/>
                  <a:gd name="T77" fmla="*/ 209 h 317"/>
                  <a:gd name="T78" fmla="*/ 78 w 203"/>
                  <a:gd name="T79" fmla="*/ 209 h 317"/>
                  <a:gd name="T80" fmla="*/ 96 w 203"/>
                  <a:gd name="T81" fmla="*/ 281 h 317"/>
                  <a:gd name="T82" fmla="*/ 45 w 203"/>
                  <a:gd name="T83" fmla="*/ 50 h 317"/>
                  <a:gd name="T84" fmla="*/ 45 w 203"/>
                  <a:gd name="T85" fmla="*/ 82 h 317"/>
                  <a:gd name="T86" fmla="*/ 64 w 203"/>
                  <a:gd name="T87" fmla="*/ 90 h 317"/>
                  <a:gd name="T88" fmla="*/ 45 w 203"/>
                  <a:gd name="T89" fmla="*/ 90 h 317"/>
                  <a:gd name="T90" fmla="*/ 64 w 203"/>
                  <a:gd name="T91" fmla="*/ 162 h 317"/>
                  <a:gd name="T92" fmla="*/ 45 w 203"/>
                  <a:gd name="T93" fmla="*/ 168 h 317"/>
                  <a:gd name="T94" fmla="*/ 45 w 203"/>
                  <a:gd name="T95" fmla="*/ 201 h 317"/>
                  <a:gd name="T96" fmla="*/ 64 w 203"/>
                  <a:gd name="T97" fmla="*/ 209 h 317"/>
                  <a:gd name="T98" fmla="*/ 45 w 203"/>
                  <a:gd name="T99" fmla="*/ 209 h 317"/>
                  <a:gd name="T100" fmla="*/ 64 w 203"/>
                  <a:gd name="T101" fmla="*/ 281 h 317"/>
                  <a:gd name="T102" fmla="*/ 13 w 203"/>
                  <a:gd name="T103" fmla="*/ 50 h 317"/>
                  <a:gd name="T104" fmla="*/ 13 w 203"/>
                  <a:gd name="T105" fmla="*/ 82 h 317"/>
                  <a:gd name="T106" fmla="*/ 31 w 203"/>
                  <a:gd name="T107" fmla="*/ 90 h 317"/>
                  <a:gd name="T108" fmla="*/ 13 w 203"/>
                  <a:gd name="T109" fmla="*/ 90 h 317"/>
                  <a:gd name="T110" fmla="*/ 31 w 203"/>
                  <a:gd name="T111" fmla="*/ 162 h 317"/>
                  <a:gd name="T112" fmla="*/ 13 w 203"/>
                  <a:gd name="T113" fmla="*/ 168 h 317"/>
                  <a:gd name="T114" fmla="*/ 13 w 203"/>
                  <a:gd name="T115" fmla="*/ 201 h 317"/>
                  <a:gd name="T116" fmla="*/ 31 w 203"/>
                  <a:gd name="T117" fmla="*/ 209 h 317"/>
                  <a:gd name="T118" fmla="*/ 13 w 203"/>
                  <a:gd name="T119" fmla="*/ 209 h 317"/>
                  <a:gd name="T120" fmla="*/ 31 w 203"/>
                  <a:gd name="T121" fmla="*/ 281 h 3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03" h="317">
                    <a:moveTo>
                      <a:pt x="0" y="317"/>
                    </a:moveTo>
                    <a:lnTo>
                      <a:pt x="203" y="317"/>
                    </a:lnTo>
                    <a:lnTo>
                      <a:pt x="203" y="0"/>
                    </a:lnTo>
                    <a:lnTo>
                      <a:pt x="0" y="0"/>
                    </a:lnTo>
                    <a:lnTo>
                      <a:pt x="0" y="317"/>
                    </a:lnTo>
                    <a:close/>
                    <a:moveTo>
                      <a:pt x="173" y="50"/>
                    </a:moveTo>
                    <a:lnTo>
                      <a:pt x="191" y="50"/>
                    </a:lnTo>
                    <a:lnTo>
                      <a:pt x="191" y="82"/>
                    </a:lnTo>
                    <a:lnTo>
                      <a:pt x="173" y="82"/>
                    </a:lnTo>
                    <a:lnTo>
                      <a:pt x="173" y="50"/>
                    </a:lnTo>
                    <a:close/>
                    <a:moveTo>
                      <a:pt x="173" y="90"/>
                    </a:moveTo>
                    <a:lnTo>
                      <a:pt x="191" y="90"/>
                    </a:lnTo>
                    <a:lnTo>
                      <a:pt x="191" y="122"/>
                    </a:lnTo>
                    <a:lnTo>
                      <a:pt x="173" y="122"/>
                    </a:lnTo>
                    <a:lnTo>
                      <a:pt x="173" y="90"/>
                    </a:lnTo>
                    <a:close/>
                    <a:moveTo>
                      <a:pt x="173" y="131"/>
                    </a:moveTo>
                    <a:lnTo>
                      <a:pt x="191" y="131"/>
                    </a:lnTo>
                    <a:lnTo>
                      <a:pt x="191" y="162"/>
                    </a:lnTo>
                    <a:lnTo>
                      <a:pt x="173" y="162"/>
                    </a:lnTo>
                    <a:lnTo>
                      <a:pt x="173" y="131"/>
                    </a:lnTo>
                    <a:close/>
                    <a:moveTo>
                      <a:pt x="173" y="168"/>
                    </a:moveTo>
                    <a:lnTo>
                      <a:pt x="191" y="168"/>
                    </a:lnTo>
                    <a:lnTo>
                      <a:pt x="191" y="201"/>
                    </a:lnTo>
                    <a:lnTo>
                      <a:pt x="173" y="201"/>
                    </a:lnTo>
                    <a:lnTo>
                      <a:pt x="173" y="168"/>
                    </a:lnTo>
                    <a:close/>
                    <a:moveTo>
                      <a:pt x="173" y="209"/>
                    </a:moveTo>
                    <a:lnTo>
                      <a:pt x="191" y="209"/>
                    </a:lnTo>
                    <a:lnTo>
                      <a:pt x="191" y="240"/>
                    </a:lnTo>
                    <a:lnTo>
                      <a:pt x="173" y="240"/>
                    </a:lnTo>
                    <a:lnTo>
                      <a:pt x="173" y="209"/>
                    </a:lnTo>
                    <a:close/>
                    <a:moveTo>
                      <a:pt x="173" y="249"/>
                    </a:moveTo>
                    <a:lnTo>
                      <a:pt x="191" y="249"/>
                    </a:lnTo>
                    <a:lnTo>
                      <a:pt x="191" y="281"/>
                    </a:lnTo>
                    <a:lnTo>
                      <a:pt x="173" y="281"/>
                    </a:lnTo>
                    <a:lnTo>
                      <a:pt x="173" y="249"/>
                    </a:lnTo>
                    <a:close/>
                    <a:moveTo>
                      <a:pt x="140" y="50"/>
                    </a:moveTo>
                    <a:lnTo>
                      <a:pt x="158" y="50"/>
                    </a:lnTo>
                    <a:lnTo>
                      <a:pt x="158" y="82"/>
                    </a:lnTo>
                    <a:lnTo>
                      <a:pt x="140" y="82"/>
                    </a:lnTo>
                    <a:lnTo>
                      <a:pt x="140" y="50"/>
                    </a:lnTo>
                    <a:close/>
                    <a:moveTo>
                      <a:pt x="140" y="90"/>
                    </a:moveTo>
                    <a:lnTo>
                      <a:pt x="158" y="90"/>
                    </a:lnTo>
                    <a:lnTo>
                      <a:pt x="158" y="122"/>
                    </a:lnTo>
                    <a:lnTo>
                      <a:pt x="140" y="122"/>
                    </a:lnTo>
                    <a:lnTo>
                      <a:pt x="140" y="90"/>
                    </a:lnTo>
                    <a:close/>
                    <a:moveTo>
                      <a:pt x="140" y="131"/>
                    </a:moveTo>
                    <a:lnTo>
                      <a:pt x="158" y="131"/>
                    </a:lnTo>
                    <a:lnTo>
                      <a:pt x="158" y="162"/>
                    </a:lnTo>
                    <a:lnTo>
                      <a:pt x="140" y="162"/>
                    </a:lnTo>
                    <a:lnTo>
                      <a:pt x="140" y="131"/>
                    </a:lnTo>
                    <a:close/>
                    <a:moveTo>
                      <a:pt x="140" y="168"/>
                    </a:moveTo>
                    <a:lnTo>
                      <a:pt x="158" y="168"/>
                    </a:lnTo>
                    <a:lnTo>
                      <a:pt x="158" y="201"/>
                    </a:lnTo>
                    <a:lnTo>
                      <a:pt x="140" y="201"/>
                    </a:lnTo>
                    <a:lnTo>
                      <a:pt x="140" y="168"/>
                    </a:lnTo>
                    <a:close/>
                    <a:moveTo>
                      <a:pt x="140" y="209"/>
                    </a:moveTo>
                    <a:lnTo>
                      <a:pt x="158" y="209"/>
                    </a:lnTo>
                    <a:lnTo>
                      <a:pt x="158" y="240"/>
                    </a:lnTo>
                    <a:lnTo>
                      <a:pt x="140" y="240"/>
                    </a:lnTo>
                    <a:lnTo>
                      <a:pt x="140" y="209"/>
                    </a:lnTo>
                    <a:close/>
                    <a:moveTo>
                      <a:pt x="140" y="249"/>
                    </a:moveTo>
                    <a:lnTo>
                      <a:pt x="158" y="249"/>
                    </a:lnTo>
                    <a:lnTo>
                      <a:pt x="158" y="281"/>
                    </a:lnTo>
                    <a:lnTo>
                      <a:pt x="140" y="281"/>
                    </a:lnTo>
                    <a:lnTo>
                      <a:pt x="140" y="249"/>
                    </a:lnTo>
                    <a:close/>
                    <a:moveTo>
                      <a:pt x="107" y="50"/>
                    </a:moveTo>
                    <a:lnTo>
                      <a:pt x="126" y="50"/>
                    </a:lnTo>
                    <a:lnTo>
                      <a:pt x="126" y="82"/>
                    </a:lnTo>
                    <a:lnTo>
                      <a:pt x="107" y="82"/>
                    </a:lnTo>
                    <a:lnTo>
                      <a:pt x="107" y="50"/>
                    </a:lnTo>
                    <a:close/>
                    <a:moveTo>
                      <a:pt x="107" y="90"/>
                    </a:moveTo>
                    <a:lnTo>
                      <a:pt x="126" y="90"/>
                    </a:lnTo>
                    <a:lnTo>
                      <a:pt x="126" y="122"/>
                    </a:lnTo>
                    <a:lnTo>
                      <a:pt x="107" y="122"/>
                    </a:lnTo>
                    <a:lnTo>
                      <a:pt x="107" y="90"/>
                    </a:lnTo>
                    <a:close/>
                    <a:moveTo>
                      <a:pt x="107" y="131"/>
                    </a:moveTo>
                    <a:lnTo>
                      <a:pt x="126" y="131"/>
                    </a:lnTo>
                    <a:lnTo>
                      <a:pt x="126" y="162"/>
                    </a:lnTo>
                    <a:lnTo>
                      <a:pt x="107" y="162"/>
                    </a:lnTo>
                    <a:lnTo>
                      <a:pt x="107" y="131"/>
                    </a:lnTo>
                    <a:close/>
                    <a:moveTo>
                      <a:pt x="107" y="168"/>
                    </a:moveTo>
                    <a:lnTo>
                      <a:pt x="126" y="168"/>
                    </a:lnTo>
                    <a:lnTo>
                      <a:pt x="126" y="201"/>
                    </a:lnTo>
                    <a:lnTo>
                      <a:pt x="107" y="201"/>
                    </a:lnTo>
                    <a:lnTo>
                      <a:pt x="107" y="168"/>
                    </a:lnTo>
                    <a:close/>
                    <a:moveTo>
                      <a:pt x="107" y="209"/>
                    </a:moveTo>
                    <a:lnTo>
                      <a:pt x="126" y="209"/>
                    </a:lnTo>
                    <a:lnTo>
                      <a:pt x="126" y="240"/>
                    </a:lnTo>
                    <a:lnTo>
                      <a:pt x="107" y="240"/>
                    </a:lnTo>
                    <a:lnTo>
                      <a:pt x="107" y="209"/>
                    </a:lnTo>
                    <a:close/>
                    <a:moveTo>
                      <a:pt x="107" y="249"/>
                    </a:moveTo>
                    <a:lnTo>
                      <a:pt x="126" y="249"/>
                    </a:lnTo>
                    <a:lnTo>
                      <a:pt x="126" y="281"/>
                    </a:lnTo>
                    <a:lnTo>
                      <a:pt x="107" y="281"/>
                    </a:lnTo>
                    <a:lnTo>
                      <a:pt x="107" y="249"/>
                    </a:lnTo>
                    <a:close/>
                    <a:moveTo>
                      <a:pt x="78" y="50"/>
                    </a:moveTo>
                    <a:lnTo>
                      <a:pt x="96" y="50"/>
                    </a:lnTo>
                    <a:lnTo>
                      <a:pt x="96" y="82"/>
                    </a:lnTo>
                    <a:lnTo>
                      <a:pt x="78" y="82"/>
                    </a:lnTo>
                    <a:lnTo>
                      <a:pt x="78" y="50"/>
                    </a:lnTo>
                    <a:close/>
                    <a:moveTo>
                      <a:pt x="78" y="90"/>
                    </a:moveTo>
                    <a:lnTo>
                      <a:pt x="96" y="90"/>
                    </a:lnTo>
                    <a:lnTo>
                      <a:pt x="96" y="122"/>
                    </a:lnTo>
                    <a:lnTo>
                      <a:pt x="78" y="122"/>
                    </a:lnTo>
                    <a:lnTo>
                      <a:pt x="78" y="90"/>
                    </a:lnTo>
                    <a:close/>
                    <a:moveTo>
                      <a:pt x="78" y="131"/>
                    </a:moveTo>
                    <a:lnTo>
                      <a:pt x="96" y="131"/>
                    </a:lnTo>
                    <a:lnTo>
                      <a:pt x="96" y="162"/>
                    </a:lnTo>
                    <a:lnTo>
                      <a:pt x="78" y="162"/>
                    </a:lnTo>
                    <a:lnTo>
                      <a:pt x="78" y="131"/>
                    </a:lnTo>
                    <a:close/>
                    <a:moveTo>
                      <a:pt x="78" y="168"/>
                    </a:moveTo>
                    <a:lnTo>
                      <a:pt x="96" y="168"/>
                    </a:lnTo>
                    <a:lnTo>
                      <a:pt x="96" y="201"/>
                    </a:lnTo>
                    <a:lnTo>
                      <a:pt x="78" y="201"/>
                    </a:lnTo>
                    <a:lnTo>
                      <a:pt x="78" y="168"/>
                    </a:lnTo>
                    <a:close/>
                    <a:moveTo>
                      <a:pt x="78" y="209"/>
                    </a:moveTo>
                    <a:lnTo>
                      <a:pt x="96" y="209"/>
                    </a:lnTo>
                    <a:lnTo>
                      <a:pt x="96" y="240"/>
                    </a:lnTo>
                    <a:lnTo>
                      <a:pt x="78" y="240"/>
                    </a:lnTo>
                    <a:lnTo>
                      <a:pt x="78" y="209"/>
                    </a:lnTo>
                    <a:close/>
                    <a:moveTo>
                      <a:pt x="78" y="249"/>
                    </a:moveTo>
                    <a:lnTo>
                      <a:pt x="96" y="249"/>
                    </a:lnTo>
                    <a:lnTo>
                      <a:pt x="96" y="281"/>
                    </a:lnTo>
                    <a:lnTo>
                      <a:pt x="78" y="281"/>
                    </a:lnTo>
                    <a:lnTo>
                      <a:pt x="78" y="249"/>
                    </a:lnTo>
                    <a:close/>
                    <a:moveTo>
                      <a:pt x="45" y="50"/>
                    </a:moveTo>
                    <a:lnTo>
                      <a:pt x="64" y="50"/>
                    </a:lnTo>
                    <a:lnTo>
                      <a:pt x="64" y="82"/>
                    </a:lnTo>
                    <a:lnTo>
                      <a:pt x="45" y="82"/>
                    </a:lnTo>
                    <a:lnTo>
                      <a:pt x="45" y="50"/>
                    </a:lnTo>
                    <a:close/>
                    <a:moveTo>
                      <a:pt x="45" y="90"/>
                    </a:moveTo>
                    <a:lnTo>
                      <a:pt x="64" y="90"/>
                    </a:lnTo>
                    <a:lnTo>
                      <a:pt x="64" y="122"/>
                    </a:lnTo>
                    <a:lnTo>
                      <a:pt x="45" y="122"/>
                    </a:lnTo>
                    <a:lnTo>
                      <a:pt x="45" y="90"/>
                    </a:lnTo>
                    <a:close/>
                    <a:moveTo>
                      <a:pt x="45" y="131"/>
                    </a:moveTo>
                    <a:lnTo>
                      <a:pt x="64" y="131"/>
                    </a:lnTo>
                    <a:lnTo>
                      <a:pt x="64" y="162"/>
                    </a:lnTo>
                    <a:lnTo>
                      <a:pt x="45" y="162"/>
                    </a:lnTo>
                    <a:lnTo>
                      <a:pt x="45" y="131"/>
                    </a:lnTo>
                    <a:close/>
                    <a:moveTo>
                      <a:pt x="45" y="168"/>
                    </a:moveTo>
                    <a:lnTo>
                      <a:pt x="64" y="168"/>
                    </a:lnTo>
                    <a:lnTo>
                      <a:pt x="64" y="201"/>
                    </a:lnTo>
                    <a:lnTo>
                      <a:pt x="45" y="201"/>
                    </a:lnTo>
                    <a:lnTo>
                      <a:pt x="45" y="168"/>
                    </a:lnTo>
                    <a:close/>
                    <a:moveTo>
                      <a:pt x="45" y="209"/>
                    </a:moveTo>
                    <a:lnTo>
                      <a:pt x="64" y="209"/>
                    </a:lnTo>
                    <a:lnTo>
                      <a:pt x="64" y="240"/>
                    </a:lnTo>
                    <a:lnTo>
                      <a:pt x="45" y="240"/>
                    </a:lnTo>
                    <a:lnTo>
                      <a:pt x="45" y="209"/>
                    </a:lnTo>
                    <a:close/>
                    <a:moveTo>
                      <a:pt x="45" y="249"/>
                    </a:moveTo>
                    <a:lnTo>
                      <a:pt x="64" y="249"/>
                    </a:lnTo>
                    <a:lnTo>
                      <a:pt x="64" y="281"/>
                    </a:lnTo>
                    <a:lnTo>
                      <a:pt x="45" y="281"/>
                    </a:lnTo>
                    <a:lnTo>
                      <a:pt x="45" y="249"/>
                    </a:lnTo>
                    <a:close/>
                    <a:moveTo>
                      <a:pt x="13" y="50"/>
                    </a:moveTo>
                    <a:lnTo>
                      <a:pt x="31" y="50"/>
                    </a:lnTo>
                    <a:lnTo>
                      <a:pt x="31" y="82"/>
                    </a:lnTo>
                    <a:lnTo>
                      <a:pt x="13" y="82"/>
                    </a:lnTo>
                    <a:lnTo>
                      <a:pt x="13" y="50"/>
                    </a:lnTo>
                    <a:close/>
                    <a:moveTo>
                      <a:pt x="13" y="90"/>
                    </a:moveTo>
                    <a:lnTo>
                      <a:pt x="31" y="90"/>
                    </a:lnTo>
                    <a:lnTo>
                      <a:pt x="31" y="122"/>
                    </a:lnTo>
                    <a:lnTo>
                      <a:pt x="13" y="122"/>
                    </a:lnTo>
                    <a:lnTo>
                      <a:pt x="13" y="90"/>
                    </a:lnTo>
                    <a:close/>
                    <a:moveTo>
                      <a:pt x="13" y="131"/>
                    </a:moveTo>
                    <a:lnTo>
                      <a:pt x="31" y="131"/>
                    </a:lnTo>
                    <a:lnTo>
                      <a:pt x="31" y="162"/>
                    </a:lnTo>
                    <a:lnTo>
                      <a:pt x="13" y="162"/>
                    </a:lnTo>
                    <a:lnTo>
                      <a:pt x="13" y="131"/>
                    </a:lnTo>
                    <a:close/>
                    <a:moveTo>
                      <a:pt x="13" y="168"/>
                    </a:moveTo>
                    <a:lnTo>
                      <a:pt x="31" y="168"/>
                    </a:lnTo>
                    <a:lnTo>
                      <a:pt x="31" y="201"/>
                    </a:lnTo>
                    <a:lnTo>
                      <a:pt x="13" y="201"/>
                    </a:lnTo>
                    <a:lnTo>
                      <a:pt x="13" y="168"/>
                    </a:lnTo>
                    <a:close/>
                    <a:moveTo>
                      <a:pt x="13" y="209"/>
                    </a:moveTo>
                    <a:lnTo>
                      <a:pt x="31" y="209"/>
                    </a:lnTo>
                    <a:lnTo>
                      <a:pt x="31" y="240"/>
                    </a:lnTo>
                    <a:lnTo>
                      <a:pt x="13" y="240"/>
                    </a:lnTo>
                    <a:lnTo>
                      <a:pt x="13" y="209"/>
                    </a:lnTo>
                    <a:close/>
                    <a:moveTo>
                      <a:pt x="13" y="249"/>
                    </a:moveTo>
                    <a:lnTo>
                      <a:pt x="31" y="249"/>
                    </a:lnTo>
                    <a:lnTo>
                      <a:pt x="31" y="281"/>
                    </a:lnTo>
                    <a:lnTo>
                      <a:pt x="13" y="281"/>
                    </a:lnTo>
                    <a:lnTo>
                      <a:pt x="13" y="24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74" name="Freeform 54"/>
              <p:cNvSpPr>
                <a:spLocks/>
              </p:cNvSpPr>
              <p:nvPr/>
            </p:nvSpPr>
            <p:spPr bwMode="auto">
              <a:xfrm>
                <a:off x="752475" y="3216276"/>
                <a:ext cx="44450" cy="42863"/>
              </a:xfrm>
              <a:custGeom>
                <a:avLst/>
                <a:gdLst>
                  <a:gd name="T0" fmla="*/ 6 w 28"/>
                  <a:gd name="T1" fmla="*/ 27 h 27"/>
                  <a:gd name="T2" fmla="*/ 15 w 28"/>
                  <a:gd name="T3" fmla="*/ 23 h 27"/>
                  <a:gd name="T4" fmla="*/ 24 w 28"/>
                  <a:gd name="T5" fmla="*/ 27 h 27"/>
                  <a:gd name="T6" fmla="*/ 22 w 28"/>
                  <a:gd name="T7" fmla="*/ 18 h 27"/>
                  <a:gd name="T8" fmla="*/ 28 w 28"/>
                  <a:gd name="T9" fmla="*/ 11 h 27"/>
                  <a:gd name="T10" fmla="*/ 19 w 28"/>
                  <a:gd name="T11" fmla="*/ 9 h 27"/>
                  <a:gd name="T12" fmla="*/ 15 w 28"/>
                  <a:gd name="T13" fmla="*/ 0 h 27"/>
                  <a:gd name="T14" fmla="*/ 10 w 28"/>
                  <a:gd name="T15" fmla="*/ 9 h 27"/>
                  <a:gd name="T16" fmla="*/ 0 w 28"/>
                  <a:gd name="T17" fmla="*/ 11 h 27"/>
                  <a:gd name="T18" fmla="*/ 8 w 28"/>
                  <a:gd name="T19" fmla="*/ 18 h 27"/>
                  <a:gd name="T20" fmla="*/ 6 w 28"/>
                  <a:gd name="T21"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27">
                    <a:moveTo>
                      <a:pt x="6" y="27"/>
                    </a:moveTo>
                    <a:lnTo>
                      <a:pt x="15" y="23"/>
                    </a:lnTo>
                    <a:lnTo>
                      <a:pt x="24" y="27"/>
                    </a:lnTo>
                    <a:lnTo>
                      <a:pt x="22" y="18"/>
                    </a:lnTo>
                    <a:lnTo>
                      <a:pt x="28" y="11"/>
                    </a:lnTo>
                    <a:lnTo>
                      <a:pt x="19" y="9"/>
                    </a:lnTo>
                    <a:lnTo>
                      <a:pt x="15" y="0"/>
                    </a:lnTo>
                    <a:lnTo>
                      <a:pt x="10" y="9"/>
                    </a:lnTo>
                    <a:lnTo>
                      <a:pt x="0" y="11"/>
                    </a:lnTo>
                    <a:lnTo>
                      <a:pt x="8" y="18"/>
                    </a:lnTo>
                    <a:lnTo>
                      <a:pt x="6"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75" name="Freeform 55"/>
              <p:cNvSpPr>
                <a:spLocks noEditPoints="1"/>
              </p:cNvSpPr>
              <p:nvPr/>
            </p:nvSpPr>
            <p:spPr bwMode="auto">
              <a:xfrm>
                <a:off x="960438" y="3516313"/>
                <a:ext cx="173037" cy="268288"/>
              </a:xfrm>
              <a:custGeom>
                <a:avLst/>
                <a:gdLst>
                  <a:gd name="T0" fmla="*/ 0 w 109"/>
                  <a:gd name="T1" fmla="*/ 0 h 169"/>
                  <a:gd name="T2" fmla="*/ 0 w 109"/>
                  <a:gd name="T3" fmla="*/ 169 h 169"/>
                  <a:gd name="T4" fmla="*/ 109 w 109"/>
                  <a:gd name="T5" fmla="*/ 169 h 169"/>
                  <a:gd name="T6" fmla="*/ 109 w 109"/>
                  <a:gd name="T7" fmla="*/ 0 h 169"/>
                  <a:gd name="T8" fmla="*/ 0 w 109"/>
                  <a:gd name="T9" fmla="*/ 0 h 169"/>
                  <a:gd name="T10" fmla="*/ 32 w 109"/>
                  <a:gd name="T11" fmla="*/ 149 h 169"/>
                  <a:gd name="T12" fmla="*/ 14 w 109"/>
                  <a:gd name="T13" fmla="*/ 149 h 169"/>
                  <a:gd name="T14" fmla="*/ 14 w 109"/>
                  <a:gd name="T15" fmla="*/ 117 h 169"/>
                  <a:gd name="T16" fmla="*/ 32 w 109"/>
                  <a:gd name="T17" fmla="*/ 117 h 169"/>
                  <a:gd name="T18" fmla="*/ 32 w 109"/>
                  <a:gd name="T19" fmla="*/ 149 h 169"/>
                  <a:gd name="T20" fmla="*/ 32 w 109"/>
                  <a:gd name="T21" fmla="*/ 108 h 169"/>
                  <a:gd name="T22" fmla="*/ 14 w 109"/>
                  <a:gd name="T23" fmla="*/ 108 h 169"/>
                  <a:gd name="T24" fmla="*/ 14 w 109"/>
                  <a:gd name="T25" fmla="*/ 76 h 169"/>
                  <a:gd name="T26" fmla="*/ 32 w 109"/>
                  <a:gd name="T27" fmla="*/ 76 h 169"/>
                  <a:gd name="T28" fmla="*/ 32 w 109"/>
                  <a:gd name="T29" fmla="*/ 108 h 169"/>
                  <a:gd name="T30" fmla="*/ 32 w 109"/>
                  <a:gd name="T31" fmla="*/ 69 h 169"/>
                  <a:gd name="T32" fmla="*/ 14 w 109"/>
                  <a:gd name="T33" fmla="*/ 69 h 169"/>
                  <a:gd name="T34" fmla="*/ 14 w 109"/>
                  <a:gd name="T35" fmla="*/ 36 h 169"/>
                  <a:gd name="T36" fmla="*/ 32 w 109"/>
                  <a:gd name="T37" fmla="*/ 36 h 169"/>
                  <a:gd name="T38" fmla="*/ 32 w 109"/>
                  <a:gd name="T39" fmla="*/ 69 h 169"/>
                  <a:gd name="T40" fmla="*/ 63 w 109"/>
                  <a:gd name="T41" fmla="*/ 149 h 169"/>
                  <a:gd name="T42" fmla="*/ 45 w 109"/>
                  <a:gd name="T43" fmla="*/ 149 h 169"/>
                  <a:gd name="T44" fmla="*/ 45 w 109"/>
                  <a:gd name="T45" fmla="*/ 117 h 169"/>
                  <a:gd name="T46" fmla="*/ 63 w 109"/>
                  <a:gd name="T47" fmla="*/ 117 h 169"/>
                  <a:gd name="T48" fmla="*/ 63 w 109"/>
                  <a:gd name="T49" fmla="*/ 149 h 169"/>
                  <a:gd name="T50" fmla="*/ 63 w 109"/>
                  <a:gd name="T51" fmla="*/ 108 h 169"/>
                  <a:gd name="T52" fmla="*/ 45 w 109"/>
                  <a:gd name="T53" fmla="*/ 108 h 169"/>
                  <a:gd name="T54" fmla="*/ 45 w 109"/>
                  <a:gd name="T55" fmla="*/ 76 h 169"/>
                  <a:gd name="T56" fmla="*/ 63 w 109"/>
                  <a:gd name="T57" fmla="*/ 76 h 169"/>
                  <a:gd name="T58" fmla="*/ 63 w 109"/>
                  <a:gd name="T59" fmla="*/ 108 h 169"/>
                  <a:gd name="T60" fmla="*/ 63 w 109"/>
                  <a:gd name="T61" fmla="*/ 69 h 169"/>
                  <a:gd name="T62" fmla="*/ 45 w 109"/>
                  <a:gd name="T63" fmla="*/ 69 h 169"/>
                  <a:gd name="T64" fmla="*/ 45 w 109"/>
                  <a:gd name="T65" fmla="*/ 36 h 169"/>
                  <a:gd name="T66" fmla="*/ 63 w 109"/>
                  <a:gd name="T67" fmla="*/ 36 h 169"/>
                  <a:gd name="T68" fmla="*/ 63 w 109"/>
                  <a:gd name="T69" fmla="*/ 69 h 169"/>
                  <a:gd name="T70" fmla="*/ 96 w 109"/>
                  <a:gd name="T71" fmla="*/ 149 h 169"/>
                  <a:gd name="T72" fmla="*/ 78 w 109"/>
                  <a:gd name="T73" fmla="*/ 149 h 169"/>
                  <a:gd name="T74" fmla="*/ 78 w 109"/>
                  <a:gd name="T75" fmla="*/ 117 h 169"/>
                  <a:gd name="T76" fmla="*/ 96 w 109"/>
                  <a:gd name="T77" fmla="*/ 117 h 169"/>
                  <a:gd name="T78" fmla="*/ 96 w 109"/>
                  <a:gd name="T79" fmla="*/ 149 h 169"/>
                  <a:gd name="T80" fmla="*/ 96 w 109"/>
                  <a:gd name="T81" fmla="*/ 108 h 169"/>
                  <a:gd name="T82" fmla="*/ 78 w 109"/>
                  <a:gd name="T83" fmla="*/ 108 h 169"/>
                  <a:gd name="T84" fmla="*/ 78 w 109"/>
                  <a:gd name="T85" fmla="*/ 76 h 169"/>
                  <a:gd name="T86" fmla="*/ 96 w 109"/>
                  <a:gd name="T87" fmla="*/ 76 h 169"/>
                  <a:gd name="T88" fmla="*/ 96 w 109"/>
                  <a:gd name="T89" fmla="*/ 108 h 169"/>
                  <a:gd name="T90" fmla="*/ 96 w 109"/>
                  <a:gd name="T91" fmla="*/ 69 h 169"/>
                  <a:gd name="T92" fmla="*/ 78 w 109"/>
                  <a:gd name="T93" fmla="*/ 69 h 169"/>
                  <a:gd name="T94" fmla="*/ 78 w 109"/>
                  <a:gd name="T95" fmla="*/ 36 h 169"/>
                  <a:gd name="T96" fmla="*/ 96 w 109"/>
                  <a:gd name="T97" fmla="*/ 36 h 169"/>
                  <a:gd name="T98" fmla="*/ 96 w 109"/>
                  <a:gd name="T99" fmla="*/ 69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9" h="169">
                    <a:moveTo>
                      <a:pt x="0" y="0"/>
                    </a:moveTo>
                    <a:lnTo>
                      <a:pt x="0" y="169"/>
                    </a:lnTo>
                    <a:lnTo>
                      <a:pt x="109" y="169"/>
                    </a:lnTo>
                    <a:lnTo>
                      <a:pt x="109" y="0"/>
                    </a:lnTo>
                    <a:lnTo>
                      <a:pt x="0" y="0"/>
                    </a:lnTo>
                    <a:close/>
                    <a:moveTo>
                      <a:pt x="32" y="149"/>
                    </a:moveTo>
                    <a:lnTo>
                      <a:pt x="14" y="149"/>
                    </a:lnTo>
                    <a:lnTo>
                      <a:pt x="14" y="117"/>
                    </a:lnTo>
                    <a:lnTo>
                      <a:pt x="32" y="117"/>
                    </a:lnTo>
                    <a:lnTo>
                      <a:pt x="32" y="149"/>
                    </a:lnTo>
                    <a:close/>
                    <a:moveTo>
                      <a:pt x="32" y="108"/>
                    </a:moveTo>
                    <a:lnTo>
                      <a:pt x="14" y="108"/>
                    </a:lnTo>
                    <a:lnTo>
                      <a:pt x="14" y="76"/>
                    </a:lnTo>
                    <a:lnTo>
                      <a:pt x="32" y="76"/>
                    </a:lnTo>
                    <a:lnTo>
                      <a:pt x="32" y="108"/>
                    </a:lnTo>
                    <a:close/>
                    <a:moveTo>
                      <a:pt x="32" y="69"/>
                    </a:moveTo>
                    <a:lnTo>
                      <a:pt x="14" y="69"/>
                    </a:lnTo>
                    <a:lnTo>
                      <a:pt x="14" y="36"/>
                    </a:lnTo>
                    <a:lnTo>
                      <a:pt x="32" y="36"/>
                    </a:lnTo>
                    <a:lnTo>
                      <a:pt x="32" y="69"/>
                    </a:lnTo>
                    <a:close/>
                    <a:moveTo>
                      <a:pt x="63" y="149"/>
                    </a:moveTo>
                    <a:lnTo>
                      <a:pt x="45" y="149"/>
                    </a:lnTo>
                    <a:lnTo>
                      <a:pt x="45" y="117"/>
                    </a:lnTo>
                    <a:lnTo>
                      <a:pt x="63" y="117"/>
                    </a:lnTo>
                    <a:lnTo>
                      <a:pt x="63" y="149"/>
                    </a:lnTo>
                    <a:close/>
                    <a:moveTo>
                      <a:pt x="63" y="108"/>
                    </a:moveTo>
                    <a:lnTo>
                      <a:pt x="45" y="108"/>
                    </a:lnTo>
                    <a:lnTo>
                      <a:pt x="45" y="76"/>
                    </a:lnTo>
                    <a:lnTo>
                      <a:pt x="63" y="76"/>
                    </a:lnTo>
                    <a:lnTo>
                      <a:pt x="63" y="108"/>
                    </a:lnTo>
                    <a:close/>
                    <a:moveTo>
                      <a:pt x="63" y="69"/>
                    </a:moveTo>
                    <a:lnTo>
                      <a:pt x="45" y="69"/>
                    </a:lnTo>
                    <a:lnTo>
                      <a:pt x="45" y="36"/>
                    </a:lnTo>
                    <a:lnTo>
                      <a:pt x="63" y="36"/>
                    </a:lnTo>
                    <a:lnTo>
                      <a:pt x="63" y="69"/>
                    </a:lnTo>
                    <a:close/>
                    <a:moveTo>
                      <a:pt x="96" y="149"/>
                    </a:moveTo>
                    <a:lnTo>
                      <a:pt x="78" y="149"/>
                    </a:lnTo>
                    <a:lnTo>
                      <a:pt x="78" y="117"/>
                    </a:lnTo>
                    <a:lnTo>
                      <a:pt x="96" y="117"/>
                    </a:lnTo>
                    <a:lnTo>
                      <a:pt x="96" y="149"/>
                    </a:lnTo>
                    <a:close/>
                    <a:moveTo>
                      <a:pt x="96" y="108"/>
                    </a:moveTo>
                    <a:lnTo>
                      <a:pt x="78" y="108"/>
                    </a:lnTo>
                    <a:lnTo>
                      <a:pt x="78" y="76"/>
                    </a:lnTo>
                    <a:lnTo>
                      <a:pt x="96" y="76"/>
                    </a:lnTo>
                    <a:lnTo>
                      <a:pt x="96" y="108"/>
                    </a:lnTo>
                    <a:close/>
                    <a:moveTo>
                      <a:pt x="96" y="69"/>
                    </a:moveTo>
                    <a:lnTo>
                      <a:pt x="78" y="69"/>
                    </a:lnTo>
                    <a:lnTo>
                      <a:pt x="78" y="36"/>
                    </a:lnTo>
                    <a:lnTo>
                      <a:pt x="96" y="36"/>
                    </a:lnTo>
                    <a:lnTo>
                      <a:pt x="96" y="6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76" name="Freeform 56"/>
              <p:cNvSpPr>
                <a:spLocks/>
              </p:cNvSpPr>
              <p:nvPr/>
            </p:nvSpPr>
            <p:spPr bwMode="auto">
              <a:xfrm>
                <a:off x="862013" y="3216276"/>
                <a:ext cx="44450" cy="42863"/>
              </a:xfrm>
              <a:custGeom>
                <a:avLst/>
                <a:gdLst>
                  <a:gd name="T0" fmla="*/ 6 w 28"/>
                  <a:gd name="T1" fmla="*/ 27 h 27"/>
                  <a:gd name="T2" fmla="*/ 15 w 28"/>
                  <a:gd name="T3" fmla="*/ 23 h 27"/>
                  <a:gd name="T4" fmla="*/ 24 w 28"/>
                  <a:gd name="T5" fmla="*/ 27 h 27"/>
                  <a:gd name="T6" fmla="*/ 21 w 28"/>
                  <a:gd name="T7" fmla="*/ 18 h 27"/>
                  <a:gd name="T8" fmla="*/ 28 w 28"/>
                  <a:gd name="T9" fmla="*/ 11 h 27"/>
                  <a:gd name="T10" fmla="*/ 19 w 28"/>
                  <a:gd name="T11" fmla="*/ 9 h 27"/>
                  <a:gd name="T12" fmla="*/ 15 w 28"/>
                  <a:gd name="T13" fmla="*/ 0 h 27"/>
                  <a:gd name="T14" fmla="*/ 10 w 28"/>
                  <a:gd name="T15" fmla="*/ 9 h 27"/>
                  <a:gd name="T16" fmla="*/ 0 w 28"/>
                  <a:gd name="T17" fmla="*/ 11 h 27"/>
                  <a:gd name="T18" fmla="*/ 8 w 28"/>
                  <a:gd name="T19" fmla="*/ 18 h 27"/>
                  <a:gd name="T20" fmla="*/ 6 w 28"/>
                  <a:gd name="T21"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27">
                    <a:moveTo>
                      <a:pt x="6" y="27"/>
                    </a:moveTo>
                    <a:lnTo>
                      <a:pt x="15" y="23"/>
                    </a:lnTo>
                    <a:lnTo>
                      <a:pt x="24" y="27"/>
                    </a:lnTo>
                    <a:lnTo>
                      <a:pt x="21" y="18"/>
                    </a:lnTo>
                    <a:lnTo>
                      <a:pt x="28" y="11"/>
                    </a:lnTo>
                    <a:lnTo>
                      <a:pt x="19" y="9"/>
                    </a:lnTo>
                    <a:lnTo>
                      <a:pt x="15" y="0"/>
                    </a:lnTo>
                    <a:lnTo>
                      <a:pt x="10" y="9"/>
                    </a:lnTo>
                    <a:lnTo>
                      <a:pt x="0" y="11"/>
                    </a:lnTo>
                    <a:lnTo>
                      <a:pt x="8" y="18"/>
                    </a:lnTo>
                    <a:lnTo>
                      <a:pt x="6"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77" name="Freeform 57"/>
              <p:cNvSpPr>
                <a:spLocks/>
              </p:cNvSpPr>
              <p:nvPr/>
            </p:nvSpPr>
            <p:spPr bwMode="auto">
              <a:xfrm>
                <a:off x="808038" y="3216276"/>
                <a:ext cx="44450" cy="42863"/>
              </a:xfrm>
              <a:custGeom>
                <a:avLst/>
                <a:gdLst>
                  <a:gd name="T0" fmla="*/ 6 w 28"/>
                  <a:gd name="T1" fmla="*/ 27 h 27"/>
                  <a:gd name="T2" fmla="*/ 14 w 28"/>
                  <a:gd name="T3" fmla="*/ 23 h 27"/>
                  <a:gd name="T4" fmla="*/ 23 w 28"/>
                  <a:gd name="T5" fmla="*/ 27 h 27"/>
                  <a:gd name="T6" fmla="*/ 22 w 28"/>
                  <a:gd name="T7" fmla="*/ 18 h 27"/>
                  <a:gd name="T8" fmla="*/ 28 w 28"/>
                  <a:gd name="T9" fmla="*/ 11 h 27"/>
                  <a:gd name="T10" fmla="*/ 18 w 28"/>
                  <a:gd name="T11" fmla="*/ 9 h 27"/>
                  <a:gd name="T12" fmla="*/ 14 w 28"/>
                  <a:gd name="T13" fmla="*/ 0 h 27"/>
                  <a:gd name="T14" fmla="*/ 10 w 28"/>
                  <a:gd name="T15" fmla="*/ 9 h 27"/>
                  <a:gd name="T16" fmla="*/ 0 w 28"/>
                  <a:gd name="T17" fmla="*/ 11 h 27"/>
                  <a:gd name="T18" fmla="*/ 7 w 28"/>
                  <a:gd name="T19" fmla="*/ 18 h 27"/>
                  <a:gd name="T20" fmla="*/ 6 w 28"/>
                  <a:gd name="T21" fmla="*/ 2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8" h="27">
                    <a:moveTo>
                      <a:pt x="6" y="27"/>
                    </a:moveTo>
                    <a:lnTo>
                      <a:pt x="14" y="23"/>
                    </a:lnTo>
                    <a:lnTo>
                      <a:pt x="23" y="27"/>
                    </a:lnTo>
                    <a:lnTo>
                      <a:pt x="22" y="18"/>
                    </a:lnTo>
                    <a:lnTo>
                      <a:pt x="28" y="11"/>
                    </a:lnTo>
                    <a:lnTo>
                      <a:pt x="18" y="9"/>
                    </a:lnTo>
                    <a:lnTo>
                      <a:pt x="14" y="0"/>
                    </a:lnTo>
                    <a:lnTo>
                      <a:pt x="10" y="9"/>
                    </a:lnTo>
                    <a:lnTo>
                      <a:pt x="0" y="11"/>
                    </a:lnTo>
                    <a:lnTo>
                      <a:pt x="7" y="18"/>
                    </a:lnTo>
                    <a:lnTo>
                      <a:pt x="6" y="2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grpSp>
        <p:sp>
          <p:nvSpPr>
            <p:cNvPr id="78" name="Freeform 15"/>
            <p:cNvSpPr>
              <a:spLocks/>
            </p:cNvSpPr>
            <p:nvPr userDrawn="1"/>
          </p:nvSpPr>
          <p:spPr bwMode="auto">
            <a:xfrm>
              <a:off x="1030164" y="1458766"/>
              <a:ext cx="484713" cy="527991"/>
            </a:xfrm>
            <a:custGeom>
              <a:avLst/>
              <a:gdLst>
                <a:gd name="T0" fmla="*/ 233 w 298"/>
                <a:gd name="T1" fmla="*/ 11 h 325"/>
                <a:gd name="T2" fmla="*/ 111 w 298"/>
                <a:gd name="T3" fmla="*/ 110 h 325"/>
                <a:gd name="T4" fmla="*/ 18 w 298"/>
                <a:gd name="T5" fmla="*/ 80 h 325"/>
                <a:gd name="T6" fmla="*/ 2 w 298"/>
                <a:gd name="T7" fmla="*/ 84 h 325"/>
                <a:gd name="T8" fmla="*/ 9 w 298"/>
                <a:gd name="T9" fmla="*/ 99 h 325"/>
                <a:gd name="T10" fmla="*/ 94 w 298"/>
                <a:gd name="T11" fmla="*/ 148 h 325"/>
                <a:gd name="T12" fmla="*/ 100 w 298"/>
                <a:gd name="T13" fmla="*/ 306 h 325"/>
                <a:gd name="T14" fmla="*/ 109 w 298"/>
                <a:gd name="T15" fmla="*/ 324 h 325"/>
                <a:gd name="T16" fmla="*/ 120 w 298"/>
                <a:gd name="T17" fmla="*/ 306 h 325"/>
                <a:gd name="T18" fmla="*/ 150 w 298"/>
                <a:gd name="T19" fmla="*/ 174 h 325"/>
                <a:gd name="T20" fmla="*/ 211 w 298"/>
                <a:gd name="T21" fmla="*/ 193 h 325"/>
                <a:gd name="T22" fmla="*/ 243 w 298"/>
                <a:gd name="T23" fmla="*/ 210 h 325"/>
                <a:gd name="T24" fmla="*/ 256 w 298"/>
                <a:gd name="T25" fmla="*/ 249 h 325"/>
                <a:gd name="T26" fmla="*/ 260 w 298"/>
                <a:gd name="T27" fmla="*/ 249 h 325"/>
                <a:gd name="T28" fmla="*/ 273 w 298"/>
                <a:gd name="T29" fmla="*/ 208 h 325"/>
                <a:gd name="T30" fmla="*/ 273 w 298"/>
                <a:gd name="T31" fmla="*/ 208 h 325"/>
                <a:gd name="T32" fmla="*/ 274 w 298"/>
                <a:gd name="T33" fmla="*/ 206 h 325"/>
                <a:gd name="T34" fmla="*/ 274 w 298"/>
                <a:gd name="T35" fmla="*/ 206 h 325"/>
                <a:gd name="T36" fmla="*/ 274 w 298"/>
                <a:gd name="T37" fmla="*/ 206 h 325"/>
                <a:gd name="T38" fmla="*/ 274 w 298"/>
                <a:gd name="T39" fmla="*/ 206 h 325"/>
                <a:gd name="T40" fmla="*/ 274 w 298"/>
                <a:gd name="T41" fmla="*/ 206 h 325"/>
                <a:gd name="T42" fmla="*/ 274 w 298"/>
                <a:gd name="T43" fmla="*/ 205 h 325"/>
                <a:gd name="T44" fmla="*/ 274 w 298"/>
                <a:gd name="T45" fmla="*/ 204 h 325"/>
                <a:gd name="T46" fmla="*/ 296 w 298"/>
                <a:gd name="T47" fmla="*/ 167 h 325"/>
                <a:gd name="T48" fmla="*/ 294 w 298"/>
                <a:gd name="T49" fmla="*/ 165 h 325"/>
                <a:gd name="T50" fmla="*/ 256 w 298"/>
                <a:gd name="T51" fmla="*/ 181 h 325"/>
                <a:gd name="T52" fmla="*/ 222 w 298"/>
                <a:gd name="T53" fmla="*/ 168 h 325"/>
                <a:gd name="T54" fmla="*/ 167 w 298"/>
                <a:gd name="T55" fmla="*/ 135 h 325"/>
                <a:gd name="T56" fmla="*/ 246 w 298"/>
                <a:gd name="T57" fmla="*/ 25 h 325"/>
                <a:gd name="T58" fmla="*/ 253 w 298"/>
                <a:gd name="T59" fmla="*/ 5 h 325"/>
                <a:gd name="T60" fmla="*/ 233 w 298"/>
                <a:gd name="T61" fmla="*/ 11 h 3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98" h="325">
                  <a:moveTo>
                    <a:pt x="233" y="11"/>
                  </a:moveTo>
                  <a:cubicBezTo>
                    <a:pt x="202" y="33"/>
                    <a:pt x="111" y="110"/>
                    <a:pt x="111" y="110"/>
                  </a:cubicBezTo>
                  <a:cubicBezTo>
                    <a:pt x="79" y="97"/>
                    <a:pt x="40" y="81"/>
                    <a:pt x="18" y="80"/>
                  </a:cubicBezTo>
                  <a:cubicBezTo>
                    <a:pt x="8" y="78"/>
                    <a:pt x="3" y="81"/>
                    <a:pt x="2" y="84"/>
                  </a:cubicBezTo>
                  <a:cubicBezTo>
                    <a:pt x="0" y="87"/>
                    <a:pt x="2" y="92"/>
                    <a:pt x="9" y="99"/>
                  </a:cubicBezTo>
                  <a:cubicBezTo>
                    <a:pt x="25" y="114"/>
                    <a:pt x="63" y="134"/>
                    <a:pt x="94" y="148"/>
                  </a:cubicBezTo>
                  <a:cubicBezTo>
                    <a:pt x="94" y="148"/>
                    <a:pt x="96" y="268"/>
                    <a:pt x="100" y="306"/>
                  </a:cubicBezTo>
                  <a:cubicBezTo>
                    <a:pt x="101" y="311"/>
                    <a:pt x="102" y="324"/>
                    <a:pt x="109" y="324"/>
                  </a:cubicBezTo>
                  <a:cubicBezTo>
                    <a:pt x="113" y="325"/>
                    <a:pt x="117" y="322"/>
                    <a:pt x="120" y="306"/>
                  </a:cubicBezTo>
                  <a:cubicBezTo>
                    <a:pt x="150" y="174"/>
                    <a:pt x="150" y="174"/>
                    <a:pt x="150" y="174"/>
                  </a:cubicBezTo>
                  <a:cubicBezTo>
                    <a:pt x="177" y="184"/>
                    <a:pt x="178" y="183"/>
                    <a:pt x="211" y="193"/>
                  </a:cubicBezTo>
                  <a:cubicBezTo>
                    <a:pt x="218" y="196"/>
                    <a:pt x="239" y="204"/>
                    <a:pt x="243" y="210"/>
                  </a:cubicBezTo>
                  <a:cubicBezTo>
                    <a:pt x="249" y="218"/>
                    <a:pt x="256" y="249"/>
                    <a:pt x="256" y="249"/>
                  </a:cubicBezTo>
                  <a:cubicBezTo>
                    <a:pt x="257" y="252"/>
                    <a:pt x="258" y="252"/>
                    <a:pt x="260" y="249"/>
                  </a:cubicBezTo>
                  <a:cubicBezTo>
                    <a:pt x="273" y="208"/>
                    <a:pt x="273" y="208"/>
                    <a:pt x="273" y="208"/>
                  </a:cubicBezTo>
                  <a:cubicBezTo>
                    <a:pt x="273" y="208"/>
                    <a:pt x="273" y="208"/>
                    <a:pt x="273" y="208"/>
                  </a:cubicBezTo>
                  <a:cubicBezTo>
                    <a:pt x="274" y="206"/>
                    <a:pt x="274" y="206"/>
                    <a:pt x="274" y="206"/>
                  </a:cubicBezTo>
                  <a:cubicBezTo>
                    <a:pt x="274" y="206"/>
                    <a:pt x="274" y="206"/>
                    <a:pt x="274" y="206"/>
                  </a:cubicBezTo>
                  <a:cubicBezTo>
                    <a:pt x="274" y="206"/>
                    <a:pt x="274" y="206"/>
                    <a:pt x="274" y="206"/>
                  </a:cubicBezTo>
                  <a:cubicBezTo>
                    <a:pt x="274" y="206"/>
                    <a:pt x="274" y="206"/>
                    <a:pt x="274" y="206"/>
                  </a:cubicBezTo>
                  <a:cubicBezTo>
                    <a:pt x="274" y="206"/>
                    <a:pt x="274" y="206"/>
                    <a:pt x="274" y="206"/>
                  </a:cubicBezTo>
                  <a:cubicBezTo>
                    <a:pt x="274" y="205"/>
                    <a:pt x="274" y="205"/>
                    <a:pt x="274" y="205"/>
                  </a:cubicBezTo>
                  <a:cubicBezTo>
                    <a:pt x="274" y="204"/>
                    <a:pt x="274" y="204"/>
                    <a:pt x="274" y="204"/>
                  </a:cubicBezTo>
                  <a:cubicBezTo>
                    <a:pt x="296" y="167"/>
                    <a:pt x="296" y="167"/>
                    <a:pt x="296" y="167"/>
                  </a:cubicBezTo>
                  <a:cubicBezTo>
                    <a:pt x="298" y="165"/>
                    <a:pt x="296" y="163"/>
                    <a:pt x="294" y="165"/>
                  </a:cubicBezTo>
                  <a:cubicBezTo>
                    <a:pt x="294" y="165"/>
                    <a:pt x="266" y="180"/>
                    <a:pt x="256" y="181"/>
                  </a:cubicBezTo>
                  <a:cubicBezTo>
                    <a:pt x="249" y="182"/>
                    <a:pt x="229" y="172"/>
                    <a:pt x="222" y="168"/>
                  </a:cubicBezTo>
                  <a:cubicBezTo>
                    <a:pt x="193" y="150"/>
                    <a:pt x="193" y="148"/>
                    <a:pt x="167" y="135"/>
                  </a:cubicBezTo>
                  <a:cubicBezTo>
                    <a:pt x="246" y="25"/>
                    <a:pt x="246" y="25"/>
                    <a:pt x="246" y="25"/>
                  </a:cubicBezTo>
                  <a:cubicBezTo>
                    <a:pt x="256" y="12"/>
                    <a:pt x="256" y="8"/>
                    <a:pt x="253" y="5"/>
                  </a:cubicBezTo>
                  <a:cubicBezTo>
                    <a:pt x="248" y="0"/>
                    <a:pt x="237" y="8"/>
                    <a:pt x="233" y="11"/>
                  </a:cubicBezTo>
                  <a:close/>
                </a:path>
              </a:pathLst>
            </a:custGeom>
            <a:solidFill>
              <a:schemeClr val="bg1"/>
            </a:solidFill>
            <a:ln>
              <a:noFill/>
            </a:ln>
            <a:extLst/>
          </p:spPr>
          <p:txBody>
            <a:bodyPr vert="horz" wrap="square" lIns="91440" tIns="45720" rIns="91440" bIns="45720" numCol="1" anchor="t" anchorCtr="0" compatLnSpc="1">
              <a:prstTxWarp prst="textNoShape">
                <a:avLst/>
              </a:prstTxWarp>
            </a:bodyPr>
            <a:lstStyle/>
            <a:p>
              <a:endParaRPr lang="en-IE" dirty="0"/>
            </a:p>
          </p:txBody>
        </p:sp>
        <p:sp>
          <p:nvSpPr>
            <p:cNvPr id="79" name="Oval 78"/>
            <p:cNvSpPr/>
            <p:nvPr userDrawn="1"/>
          </p:nvSpPr>
          <p:spPr>
            <a:xfrm>
              <a:off x="3923566" y="2961583"/>
              <a:ext cx="720080" cy="720080"/>
            </a:xfrm>
            <a:prstGeom prst="ellipse">
              <a:avLst/>
            </a:prstGeom>
            <a:gradFill>
              <a:gsLst>
                <a:gs pos="0">
                  <a:srgbClr val="194059"/>
                </a:gs>
                <a:gs pos="100000">
                  <a:srgbClr val="15314B"/>
                </a:gs>
              </a:gsLst>
              <a:path path="circle">
                <a:fillToRect l="50000" t="50000" r="50000" b="50000"/>
              </a:path>
            </a:gra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GB" dirty="0"/>
            </a:p>
          </p:txBody>
        </p:sp>
        <p:grpSp>
          <p:nvGrpSpPr>
            <p:cNvPr id="80" name="Group 79"/>
            <p:cNvGrpSpPr/>
            <p:nvPr userDrawn="1"/>
          </p:nvGrpSpPr>
          <p:grpSpPr>
            <a:xfrm>
              <a:off x="4037385" y="3060727"/>
              <a:ext cx="492441" cy="521792"/>
              <a:chOff x="3197225" y="4052888"/>
              <a:chExt cx="719137" cy="762000"/>
            </a:xfrm>
            <a:solidFill>
              <a:schemeClr val="bg1"/>
            </a:solidFill>
          </p:grpSpPr>
          <p:sp>
            <p:nvSpPr>
              <p:cNvPr id="81" name="Freeform 31"/>
              <p:cNvSpPr>
                <a:spLocks noEditPoints="1"/>
              </p:cNvSpPr>
              <p:nvPr/>
            </p:nvSpPr>
            <p:spPr bwMode="auto">
              <a:xfrm>
                <a:off x="3340100" y="4194175"/>
                <a:ext cx="431800" cy="487363"/>
              </a:xfrm>
              <a:custGeom>
                <a:avLst/>
                <a:gdLst>
                  <a:gd name="T0" fmla="*/ 165 w 165"/>
                  <a:gd name="T1" fmla="*/ 83 h 187"/>
                  <a:gd name="T2" fmla="*/ 83 w 165"/>
                  <a:gd name="T3" fmla="*/ 0 h 187"/>
                  <a:gd name="T4" fmla="*/ 0 w 165"/>
                  <a:gd name="T5" fmla="*/ 83 h 187"/>
                  <a:gd name="T6" fmla="*/ 35 w 165"/>
                  <a:gd name="T7" fmla="*/ 154 h 187"/>
                  <a:gd name="T8" fmla="*/ 44 w 165"/>
                  <a:gd name="T9" fmla="*/ 172 h 187"/>
                  <a:gd name="T10" fmla="*/ 40 w 165"/>
                  <a:gd name="T11" fmla="*/ 180 h 187"/>
                  <a:gd name="T12" fmla="*/ 44 w 165"/>
                  <a:gd name="T13" fmla="*/ 187 h 187"/>
                  <a:gd name="T14" fmla="*/ 121 w 165"/>
                  <a:gd name="T15" fmla="*/ 187 h 187"/>
                  <a:gd name="T16" fmla="*/ 125 w 165"/>
                  <a:gd name="T17" fmla="*/ 180 h 187"/>
                  <a:gd name="T18" fmla="*/ 121 w 165"/>
                  <a:gd name="T19" fmla="*/ 172 h 187"/>
                  <a:gd name="T20" fmla="*/ 130 w 165"/>
                  <a:gd name="T21" fmla="*/ 154 h 187"/>
                  <a:gd name="T22" fmla="*/ 165 w 165"/>
                  <a:gd name="T23" fmla="*/ 83 h 187"/>
                  <a:gd name="T24" fmla="*/ 144 w 165"/>
                  <a:gd name="T25" fmla="*/ 83 h 187"/>
                  <a:gd name="T26" fmla="*/ 114 w 165"/>
                  <a:gd name="T27" fmla="*/ 139 h 187"/>
                  <a:gd name="T28" fmla="*/ 114 w 165"/>
                  <a:gd name="T29" fmla="*/ 139 h 187"/>
                  <a:gd name="T30" fmla="*/ 99 w 165"/>
                  <a:gd name="T31" fmla="*/ 170 h 187"/>
                  <a:gd name="T32" fmla="*/ 66 w 165"/>
                  <a:gd name="T33" fmla="*/ 170 h 187"/>
                  <a:gd name="T34" fmla="*/ 51 w 165"/>
                  <a:gd name="T35" fmla="*/ 139 h 187"/>
                  <a:gd name="T36" fmla="*/ 51 w 165"/>
                  <a:gd name="T37" fmla="*/ 139 h 187"/>
                  <a:gd name="T38" fmla="*/ 21 w 165"/>
                  <a:gd name="T39" fmla="*/ 83 h 187"/>
                  <a:gd name="T40" fmla="*/ 83 w 165"/>
                  <a:gd name="T41" fmla="*/ 22 h 187"/>
                  <a:gd name="T42" fmla="*/ 144 w 165"/>
                  <a:gd name="T43" fmla="*/ 83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65" h="187">
                    <a:moveTo>
                      <a:pt x="165" y="83"/>
                    </a:moveTo>
                    <a:cubicBezTo>
                      <a:pt x="165" y="37"/>
                      <a:pt x="128" y="0"/>
                      <a:pt x="83" y="0"/>
                    </a:cubicBezTo>
                    <a:cubicBezTo>
                      <a:pt x="37" y="0"/>
                      <a:pt x="0" y="37"/>
                      <a:pt x="0" y="83"/>
                    </a:cubicBezTo>
                    <a:cubicBezTo>
                      <a:pt x="0" y="110"/>
                      <a:pt x="9" y="127"/>
                      <a:pt x="35" y="154"/>
                    </a:cubicBezTo>
                    <a:cubicBezTo>
                      <a:pt x="36" y="155"/>
                      <a:pt x="42" y="162"/>
                      <a:pt x="44" y="172"/>
                    </a:cubicBezTo>
                    <a:cubicBezTo>
                      <a:pt x="42" y="174"/>
                      <a:pt x="40" y="177"/>
                      <a:pt x="40" y="180"/>
                    </a:cubicBezTo>
                    <a:cubicBezTo>
                      <a:pt x="40" y="183"/>
                      <a:pt x="42" y="186"/>
                      <a:pt x="44" y="187"/>
                    </a:cubicBezTo>
                    <a:cubicBezTo>
                      <a:pt x="121" y="187"/>
                      <a:pt x="121" y="187"/>
                      <a:pt x="121" y="187"/>
                    </a:cubicBezTo>
                    <a:cubicBezTo>
                      <a:pt x="123" y="186"/>
                      <a:pt x="125" y="183"/>
                      <a:pt x="125" y="180"/>
                    </a:cubicBezTo>
                    <a:cubicBezTo>
                      <a:pt x="125" y="177"/>
                      <a:pt x="123" y="174"/>
                      <a:pt x="121" y="172"/>
                    </a:cubicBezTo>
                    <a:cubicBezTo>
                      <a:pt x="124" y="162"/>
                      <a:pt x="129" y="155"/>
                      <a:pt x="130" y="154"/>
                    </a:cubicBezTo>
                    <a:cubicBezTo>
                      <a:pt x="157" y="127"/>
                      <a:pt x="165" y="110"/>
                      <a:pt x="165" y="83"/>
                    </a:cubicBezTo>
                    <a:close/>
                    <a:moveTo>
                      <a:pt x="144" y="83"/>
                    </a:moveTo>
                    <a:cubicBezTo>
                      <a:pt x="144" y="101"/>
                      <a:pt x="139" y="114"/>
                      <a:pt x="114" y="139"/>
                    </a:cubicBezTo>
                    <a:cubicBezTo>
                      <a:pt x="114" y="139"/>
                      <a:pt x="114" y="139"/>
                      <a:pt x="114" y="139"/>
                    </a:cubicBezTo>
                    <a:cubicBezTo>
                      <a:pt x="113" y="140"/>
                      <a:pt x="103" y="152"/>
                      <a:pt x="99" y="170"/>
                    </a:cubicBezTo>
                    <a:cubicBezTo>
                      <a:pt x="66" y="170"/>
                      <a:pt x="66" y="170"/>
                      <a:pt x="66" y="170"/>
                    </a:cubicBezTo>
                    <a:cubicBezTo>
                      <a:pt x="62" y="152"/>
                      <a:pt x="52" y="140"/>
                      <a:pt x="51" y="139"/>
                    </a:cubicBezTo>
                    <a:cubicBezTo>
                      <a:pt x="51" y="139"/>
                      <a:pt x="51" y="139"/>
                      <a:pt x="51" y="139"/>
                    </a:cubicBezTo>
                    <a:cubicBezTo>
                      <a:pt x="26" y="114"/>
                      <a:pt x="21" y="101"/>
                      <a:pt x="21" y="83"/>
                    </a:cubicBezTo>
                    <a:cubicBezTo>
                      <a:pt x="21" y="49"/>
                      <a:pt x="49" y="22"/>
                      <a:pt x="83" y="22"/>
                    </a:cubicBezTo>
                    <a:cubicBezTo>
                      <a:pt x="116" y="22"/>
                      <a:pt x="144" y="49"/>
                      <a:pt x="144" y="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82" name="Freeform 32"/>
              <p:cNvSpPr>
                <a:spLocks/>
              </p:cNvSpPr>
              <p:nvPr/>
            </p:nvSpPr>
            <p:spPr bwMode="auto">
              <a:xfrm>
                <a:off x="3444875" y="4741863"/>
                <a:ext cx="222250" cy="73025"/>
              </a:xfrm>
              <a:custGeom>
                <a:avLst/>
                <a:gdLst>
                  <a:gd name="T0" fmla="*/ 81 w 85"/>
                  <a:gd name="T1" fmla="*/ 0 h 28"/>
                  <a:gd name="T2" fmla="*/ 4 w 85"/>
                  <a:gd name="T3" fmla="*/ 0 h 28"/>
                  <a:gd name="T4" fmla="*/ 0 w 85"/>
                  <a:gd name="T5" fmla="*/ 8 h 28"/>
                  <a:gd name="T6" fmla="*/ 10 w 85"/>
                  <a:gd name="T7" fmla="*/ 18 h 28"/>
                  <a:gd name="T8" fmla="*/ 18 w 85"/>
                  <a:gd name="T9" fmla="*/ 18 h 28"/>
                  <a:gd name="T10" fmla="*/ 29 w 85"/>
                  <a:gd name="T11" fmla="*/ 28 h 28"/>
                  <a:gd name="T12" fmla="*/ 56 w 85"/>
                  <a:gd name="T13" fmla="*/ 28 h 28"/>
                  <a:gd name="T14" fmla="*/ 67 w 85"/>
                  <a:gd name="T15" fmla="*/ 18 h 28"/>
                  <a:gd name="T16" fmla="*/ 75 w 85"/>
                  <a:gd name="T17" fmla="*/ 18 h 28"/>
                  <a:gd name="T18" fmla="*/ 85 w 85"/>
                  <a:gd name="T19" fmla="*/ 8 h 28"/>
                  <a:gd name="T20" fmla="*/ 81 w 85"/>
                  <a:gd name="T21"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85" h="28">
                    <a:moveTo>
                      <a:pt x="81" y="0"/>
                    </a:moveTo>
                    <a:cubicBezTo>
                      <a:pt x="4" y="0"/>
                      <a:pt x="4" y="0"/>
                      <a:pt x="4" y="0"/>
                    </a:cubicBezTo>
                    <a:cubicBezTo>
                      <a:pt x="2" y="2"/>
                      <a:pt x="0" y="5"/>
                      <a:pt x="0" y="8"/>
                    </a:cubicBezTo>
                    <a:cubicBezTo>
                      <a:pt x="0" y="13"/>
                      <a:pt x="5" y="18"/>
                      <a:pt x="10" y="18"/>
                    </a:cubicBezTo>
                    <a:cubicBezTo>
                      <a:pt x="18" y="18"/>
                      <a:pt x="18" y="18"/>
                      <a:pt x="18" y="18"/>
                    </a:cubicBezTo>
                    <a:cubicBezTo>
                      <a:pt x="18" y="23"/>
                      <a:pt x="23" y="28"/>
                      <a:pt x="29" y="28"/>
                    </a:cubicBezTo>
                    <a:cubicBezTo>
                      <a:pt x="56" y="28"/>
                      <a:pt x="56" y="28"/>
                      <a:pt x="56" y="28"/>
                    </a:cubicBezTo>
                    <a:cubicBezTo>
                      <a:pt x="62" y="28"/>
                      <a:pt x="67" y="23"/>
                      <a:pt x="67" y="18"/>
                    </a:cubicBezTo>
                    <a:cubicBezTo>
                      <a:pt x="75" y="18"/>
                      <a:pt x="75" y="18"/>
                      <a:pt x="75" y="18"/>
                    </a:cubicBezTo>
                    <a:cubicBezTo>
                      <a:pt x="80" y="18"/>
                      <a:pt x="85" y="13"/>
                      <a:pt x="85" y="8"/>
                    </a:cubicBezTo>
                    <a:cubicBezTo>
                      <a:pt x="85" y="5"/>
                      <a:pt x="83" y="2"/>
                      <a:pt x="8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83" name="Freeform 33"/>
              <p:cNvSpPr>
                <a:spLocks/>
              </p:cNvSpPr>
              <p:nvPr/>
            </p:nvSpPr>
            <p:spPr bwMode="auto">
              <a:xfrm>
                <a:off x="3444875" y="4692650"/>
                <a:ext cx="222250" cy="41275"/>
              </a:xfrm>
              <a:custGeom>
                <a:avLst/>
                <a:gdLst>
                  <a:gd name="T0" fmla="*/ 80 w 85"/>
                  <a:gd name="T1" fmla="*/ 0 h 16"/>
                  <a:gd name="T2" fmla="*/ 5 w 85"/>
                  <a:gd name="T3" fmla="*/ 0 h 16"/>
                  <a:gd name="T4" fmla="*/ 0 w 85"/>
                  <a:gd name="T5" fmla="*/ 8 h 16"/>
                  <a:gd name="T6" fmla="*/ 5 w 85"/>
                  <a:gd name="T7" fmla="*/ 16 h 16"/>
                  <a:gd name="T8" fmla="*/ 80 w 85"/>
                  <a:gd name="T9" fmla="*/ 16 h 16"/>
                  <a:gd name="T10" fmla="*/ 85 w 85"/>
                  <a:gd name="T11" fmla="*/ 8 h 16"/>
                  <a:gd name="T12" fmla="*/ 80 w 85"/>
                  <a:gd name="T13" fmla="*/ 0 h 16"/>
                </a:gdLst>
                <a:ahLst/>
                <a:cxnLst>
                  <a:cxn ang="0">
                    <a:pos x="T0" y="T1"/>
                  </a:cxn>
                  <a:cxn ang="0">
                    <a:pos x="T2" y="T3"/>
                  </a:cxn>
                  <a:cxn ang="0">
                    <a:pos x="T4" y="T5"/>
                  </a:cxn>
                  <a:cxn ang="0">
                    <a:pos x="T6" y="T7"/>
                  </a:cxn>
                  <a:cxn ang="0">
                    <a:pos x="T8" y="T9"/>
                  </a:cxn>
                  <a:cxn ang="0">
                    <a:pos x="T10" y="T11"/>
                  </a:cxn>
                  <a:cxn ang="0">
                    <a:pos x="T12" y="T13"/>
                  </a:cxn>
                </a:cxnLst>
                <a:rect l="0" t="0" r="r" b="b"/>
                <a:pathLst>
                  <a:path w="85" h="16">
                    <a:moveTo>
                      <a:pt x="80" y="0"/>
                    </a:moveTo>
                    <a:cubicBezTo>
                      <a:pt x="5" y="0"/>
                      <a:pt x="5" y="0"/>
                      <a:pt x="5" y="0"/>
                    </a:cubicBezTo>
                    <a:cubicBezTo>
                      <a:pt x="2" y="1"/>
                      <a:pt x="0" y="4"/>
                      <a:pt x="0" y="8"/>
                    </a:cubicBezTo>
                    <a:cubicBezTo>
                      <a:pt x="0" y="11"/>
                      <a:pt x="2" y="14"/>
                      <a:pt x="5" y="16"/>
                    </a:cubicBezTo>
                    <a:cubicBezTo>
                      <a:pt x="80" y="16"/>
                      <a:pt x="80" y="16"/>
                      <a:pt x="80" y="16"/>
                    </a:cubicBezTo>
                    <a:cubicBezTo>
                      <a:pt x="83" y="14"/>
                      <a:pt x="85" y="11"/>
                      <a:pt x="85" y="8"/>
                    </a:cubicBezTo>
                    <a:cubicBezTo>
                      <a:pt x="85" y="4"/>
                      <a:pt x="83" y="1"/>
                      <a:pt x="8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84" name="Freeform 34"/>
              <p:cNvSpPr>
                <a:spLocks/>
              </p:cNvSpPr>
              <p:nvPr/>
            </p:nvSpPr>
            <p:spPr bwMode="auto">
              <a:xfrm>
                <a:off x="3197225" y="4381500"/>
                <a:ext cx="117475" cy="47625"/>
              </a:xfrm>
              <a:custGeom>
                <a:avLst/>
                <a:gdLst>
                  <a:gd name="T0" fmla="*/ 45 w 45"/>
                  <a:gd name="T1" fmla="*/ 9 h 18"/>
                  <a:gd name="T2" fmla="*/ 36 w 45"/>
                  <a:gd name="T3" fmla="*/ 0 h 18"/>
                  <a:gd name="T4" fmla="*/ 9 w 45"/>
                  <a:gd name="T5" fmla="*/ 0 h 18"/>
                  <a:gd name="T6" fmla="*/ 0 w 45"/>
                  <a:gd name="T7" fmla="*/ 9 h 18"/>
                  <a:gd name="T8" fmla="*/ 9 w 45"/>
                  <a:gd name="T9" fmla="*/ 18 h 18"/>
                  <a:gd name="T10" fmla="*/ 36 w 45"/>
                  <a:gd name="T11" fmla="*/ 18 h 18"/>
                  <a:gd name="T12" fmla="*/ 45 w 45"/>
                  <a:gd name="T13" fmla="*/ 9 h 18"/>
                </a:gdLst>
                <a:ahLst/>
                <a:cxnLst>
                  <a:cxn ang="0">
                    <a:pos x="T0" y="T1"/>
                  </a:cxn>
                  <a:cxn ang="0">
                    <a:pos x="T2" y="T3"/>
                  </a:cxn>
                  <a:cxn ang="0">
                    <a:pos x="T4" y="T5"/>
                  </a:cxn>
                  <a:cxn ang="0">
                    <a:pos x="T6" y="T7"/>
                  </a:cxn>
                  <a:cxn ang="0">
                    <a:pos x="T8" y="T9"/>
                  </a:cxn>
                  <a:cxn ang="0">
                    <a:pos x="T10" y="T11"/>
                  </a:cxn>
                  <a:cxn ang="0">
                    <a:pos x="T12" y="T13"/>
                  </a:cxn>
                </a:cxnLst>
                <a:rect l="0" t="0" r="r" b="b"/>
                <a:pathLst>
                  <a:path w="45" h="18">
                    <a:moveTo>
                      <a:pt x="45" y="9"/>
                    </a:moveTo>
                    <a:cubicBezTo>
                      <a:pt x="45" y="4"/>
                      <a:pt x="41" y="0"/>
                      <a:pt x="36" y="0"/>
                    </a:cubicBezTo>
                    <a:cubicBezTo>
                      <a:pt x="9" y="0"/>
                      <a:pt x="9" y="0"/>
                      <a:pt x="9" y="0"/>
                    </a:cubicBezTo>
                    <a:cubicBezTo>
                      <a:pt x="5" y="0"/>
                      <a:pt x="0" y="4"/>
                      <a:pt x="0" y="9"/>
                    </a:cubicBezTo>
                    <a:cubicBezTo>
                      <a:pt x="0" y="14"/>
                      <a:pt x="5" y="18"/>
                      <a:pt x="9" y="18"/>
                    </a:cubicBezTo>
                    <a:cubicBezTo>
                      <a:pt x="36" y="18"/>
                      <a:pt x="36" y="18"/>
                      <a:pt x="36" y="18"/>
                    </a:cubicBezTo>
                    <a:cubicBezTo>
                      <a:pt x="41" y="18"/>
                      <a:pt x="45" y="14"/>
                      <a:pt x="45"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85" name="Freeform 35"/>
              <p:cNvSpPr>
                <a:spLocks/>
              </p:cNvSpPr>
              <p:nvPr/>
            </p:nvSpPr>
            <p:spPr bwMode="auto">
              <a:xfrm>
                <a:off x="3797300" y="4381500"/>
                <a:ext cx="119062" cy="47625"/>
              </a:xfrm>
              <a:custGeom>
                <a:avLst/>
                <a:gdLst>
                  <a:gd name="T0" fmla="*/ 36 w 45"/>
                  <a:gd name="T1" fmla="*/ 0 h 18"/>
                  <a:gd name="T2" fmla="*/ 9 w 45"/>
                  <a:gd name="T3" fmla="*/ 0 h 18"/>
                  <a:gd name="T4" fmla="*/ 0 w 45"/>
                  <a:gd name="T5" fmla="*/ 9 h 18"/>
                  <a:gd name="T6" fmla="*/ 9 w 45"/>
                  <a:gd name="T7" fmla="*/ 18 h 18"/>
                  <a:gd name="T8" fmla="*/ 36 w 45"/>
                  <a:gd name="T9" fmla="*/ 18 h 18"/>
                  <a:gd name="T10" fmla="*/ 45 w 45"/>
                  <a:gd name="T11" fmla="*/ 9 h 18"/>
                  <a:gd name="T12" fmla="*/ 36 w 45"/>
                  <a:gd name="T13" fmla="*/ 0 h 18"/>
                </a:gdLst>
                <a:ahLst/>
                <a:cxnLst>
                  <a:cxn ang="0">
                    <a:pos x="T0" y="T1"/>
                  </a:cxn>
                  <a:cxn ang="0">
                    <a:pos x="T2" y="T3"/>
                  </a:cxn>
                  <a:cxn ang="0">
                    <a:pos x="T4" y="T5"/>
                  </a:cxn>
                  <a:cxn ang="0">
                    <a:pos x="T6" y="T7"/>
                  </a:cxn>
                  <a:cxn ang="0">
                    <a:pos x="T8" y="T9"/>
                  </a:cxn>
                  <a:cxn ang="0">
                    <a:pos x="T10" y="T11"/>
                  </a:cxn>
                  <a:cxn ang="0">
                    <a:pos x="T12" y="T13"/>
                  </a:cxn>
                </a:cxnLst>
                <a:rect l="0" t="0" r="r" b="b"/>
                <a:pathLst>
                  <a:path w="45" h="18">
                    <a:moveTo>
                      <a:pt x="36" y="0"/>
                    </a:moveTo>
                    <a:cubicBezTo>
                      <a:pt x="9" y="0"/>
                      <a:pt x="9" y="0"/>
                      <a:pt x="9" y="0"/>
                    </a:cubicBezTo>
                    <a:cubicBezTo>
                      <a:pt x="4" y="0"/>
                      <a:pt x="0" y="4"/>
                      <a:pt x="0" y="9"/>
                    </a:cubicBezTo>
                    <a:cubicBezTo>
                      <a:pt x="0" y="14"/>
                      <a:pt x="4" y="18"/>
                      <a:pt x="9" y="18"/>
                    </a:cubicBezTo>
                    <a:cubicBezTo>
                      <a:pt x="36" y="18"/>
                      <a:pt x="36" y="18"/>
                      <a:pt x="36" y="18"/>
                    </a:cubicBezTo>
                    <a:cubicBezTo>
                      <a:pt x="41" y="18"/>
                      <a:pt x="45" y="14"/>
                      <a:pt x="45" y="9"/>
                    </a:cubicBezTo>
                    <a:cubicBezTo>
                      <a:pt x="45" y="4"/>
                      <a:pt x="41" y="0"/>
                      <a:pt x="3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86" name="Freeform 36"/>
              <p:cNvSpPr>
                <a:spLocks/>
              </p:cNvSpPr>
              <p:nvPr/>
            </p:nvSpPr>
            <p:spPr bwMode="auto">
              <a:xfrm>
                <a:off x="3290888" y="4149725"/>
                <a:ext cx="101600" cy="98425"/>
              </a:xfrm>
              <a:custGeom>
                <a:avLst/>
                <a:gdLst>
                  <a:gd name="T0" fmla="*/ 23 w 39"/>
                  <a:gd name="T1" fmla="*/ 35 h 38"/>
                  <a:gd name="T2" fmla="*/ 29 w 39"/>
                  <a:gd name="T3" fmla="*/ 38 h 38"/>
                  <a:gd name="T4" fmla="*/ 35 w 39"/>
                  <a:gd name="T5" fmla="*/ 35 h 38"/>
                  <a:gd name="T6" fmla="*/ 35 w 39"/>
                  <a:gd name="T7" fmla="*/ 23 h 38"/>
                  <a:gd name="T8" fmla="*/ 16 w 39"/>
                  <a:gd name="T9" fmla="*/ 3 h 38"/>
                  <a:gd name="T10" fmla="*/ 4 w 39"/>
                  <a:gd name="T11" fmla="*/ 3 h 38"/>
                  <a:gd name="T12" fmla="*/ 4 w 39"/>
                  <a:gd name="T13" fmla="*/ 16 h 38"/>
                  <a:gd name="T14" fmla="*/ 23 w 39"/>
                  <a:gd name="T15" fmla="*/ 35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3" y="35"/>
                    </a:moveTo>
                    <a:cubicBezTo>
                      <a:pt x="24" y="37"/>
                      <a:pt x="27" y="38"/>
                      <a:pt x="29" y="38"/>
                    </a:cubicBezTo>
                    <a:cubicBezTo>
                      <a:pt x="31" y="38"/>
                      <a:pt x="34" y="37"/>
                      <a:pt x="35" y="35"/>
                    </a:cubicBezTo>
                    <a:cubicBezTo>
                      <a:pt x="39" y="32"/>
                      <a:pt x="39" y="26"/>
                      <a:pt x="35" y="23"/>
                    </a:cubicBezTo>
                    <a:cubicBezTo>
                      <a:pt x="16" y="3"/>
                      <a:pt x="16" y="3"/>
                      <a:pt x="16" y="3"/>
                    </a:cubicBezTo>
                    <a:cubicBezTo>
                      <a:pt x="13" y="0"/>
                      <a:pt x="7" y="0"/>
                      <a:pt x="4" y="3"/>
                    </a:cubicBezTo>
                    <a:cubicBezTo>
                      <a:pt x="0" y="7"/>
                      <a:pt x="0" y="13"/>
                      <a:pt x="4" y="16"/>
                    </a:cubicBezTo>
                    <a:lnTo>
                      <a:pt x="23"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87" name="Freeform 37"/>
              <p:cNvSpPr>
                <a:spLocks/>
              </p:cNvSpPr>
              <p:nvPr/>
            </p:nvSpPr>
            <p:spPr bwMode="auto">
              <a:xfrm>
                <a:off x="3719513" y="4559300"/>
                <a:ext cx="101600" cy="100013"/>
              </a:xfrm>
              <a:custGeom>
                <a:avLst/>
                <a:gdLst>
                  <a:gd name="T0" fmla="*/ 17 w 39"/>
                  <a:gd name="T1" fmla="*/ 4 h 38"/>
                  <a:gd name="T2" fmla="*/ 4 w 39"/>
                  <a:gd name="T3" fmla="*/ 4 h 38"/>
                  <a:gd name="T4" fmla="*/ 4 w 39"/>
                  <a:gd name="T5" fmla="*/ 16 h 38"/>
                  <a:gd name="T6" fmla="*/ 23 w 39"/>
                  <a:gd name="T7" fmla="*/ 35 h 38"/>
                  <a:gd name="T8" fmla="*/ 29 w 39"/>
                  <a:gd name="T9" fmla="*/ 38 h 38"/>
                  <a:gd name="T10" fmla="*/ 36 w 39"/>
                  <a:gd name="T11" fmla="*/ 35 h 38"/>
                  <a:gd name="T12" fmla="*/ 36 w 39"/>
                  <a:gd name="T13" fmla="*/ 23 h 38"/>
                  <a:gd name="T14" fmla="*/ 17 w 39"/>
                  <a:gd name="T15" fmla="*/ 4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17" y="4"/>
                    </a:moveTo>
                    <a:cubicBezTo>
                      <a:pt x="13" y="0"/>
                      <a:pt x="7" y="0"/>
                      <a:pt x="4" y="4"/>
                    </a:cubicBezTo>
                    <a:cubicBezTo>
                      <a:pt x="0" y="7"/>
                      <a:pt x="0" y="13"/>
                      <a:pt x="4" y="16"/>
                    </a:cubicBezTo>
                    <a:cubicBezTo>
                      <a:pt x="23" y="35"/>
                      <a:pt x="23" y="35"/>
                      <a:pt x="23" y="35"/>
                    </a:cubicBezTo>
                    <a:cubicBezTo>
                      <a:pt x="25" y="37"/>
                      <a:pt x="27" y="38"/>
                      <a:pt x="29" y="38"/>
                    </a:cubicBezTo>
                    <a:cubicBezTo>
                      <a:pt x="32" y="38"/>
                      <a:pt x="34" y="37"/>
                      <a:pt x="36" y="35"/>
                    </a:cubicBezTo>
                    <a:cubicBezTo>
                      <a:pt x="39" y="32"/>
                      <a:pt x="39" y="26"/>
                      <a:pt x="36" y="23"/>
                    </a:cubicBezTo>
                    <a:lnTo>
                      <a:pt x="17"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88" name="Freeform 38"/>
              <p:cNvSpPr>
                <a:spLocks/>
              </p:cNvSpPr>
              <p:nvPr/>
            </p:nvSpPr>
            <p:spPr bwMode="auto">
              <a:xfrm>
                <a:off x="3290888" y="4559300"/>
                <a:ext cx="101600" cy="100013"/>
              </a:xfrm>
              <a:custGeom>
                <a:avLst/>
                <a:gdLst>
                  <a:gd name="T0" fmla="*/ 23 w 39"/>
                  <a:gd name="T1" fmla="*/ 4 h 38"/>
                  <a:gd name="T2" fmla="*/ 4 w 39"/>
                  <a:gd name="T3" fmla="*/ 23 h 38"/>
                  <a:gd name="T4" fmla="*/ 4 w 39"/>
                  <a:gd name="T5" fmla="*/ 35 h 38"/>
                  <a:gd name="T6" fmla="*/ 10 w 39"/>
                  <a:gd name="T7" fmla="*/ 38 h 38"/>
                  <a:gd name="T8" fmla="*/ 16 w 39"/>
                  <a:gd name="T9" fmla="*/ 35 h 38"/>
                  <a:gd name="T10" fmla="*/ 35 w 39"/>
                  <a:gd name="T11" fmla="*/ 16 h 38"/>
                  <a:gd name="T12" fmla="*/ 35 w 39"/>
                  <a:gd name="T13" fmla="*/ 4 h 38"/>
                  <a:gd name="T14" fmla="*/ 23 w 39"/>
                  <a:gd name="T15" fmla="*/ 4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23" y="4"/>
                    </a:moveTo>
                    <a:cubicBezTo>
                      <a:pt x="4" y="23"/>
                      <a:pt x="4" y="23"/>
                      <a:pt x="4" y="23"/>
                    </a:cubicBezTo>
                    <a:cubicBezTo>
                      <a:pt x="0" y="26"/>
                      <a:pt x="0" y="32"/>
                      <a:pt x="4" y="35"/>
                    </a:cubicBezTo>
                    <a:cubicBezTo>
                      <a:pt x="5" y="37"/>
                      <a:pt x="8" y="38"/>
                      <a:pt x="10" y="38"/>
                    </a:cubicBezTo>
                    <a:cubicBezTo>
                      <a:pt x="12" y="38"/>
                      <a:pt x="15" y="37"/>
                      <a:pt x="16" y="35"/>
                    </a:cubicBezTo>
                    <a:cubicBezTo>
                      <a:pt x="35" y="16"/>
                      <a:pt x="35" y="16"/>
                      <a:pt x="35" y="16"/>
                    </a:cubicBezTo>
                    <a:cubicBezTo>
                      <a:pt x="39" y="13"/>
                      <a:pt x="39" y="7"/>
                      <a:pt x="35" y="4"/>
                    </a:cubicBezTo>
                    <a:cubicBezTo>
                      <a:pt x="32" y="0"/>
                      <a:pt x="26" y="0"/>
                      <a:pt x="2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89" name="Freeform 39"/>
              <p:cNvSpPr>
                <a:spLocks/>
              </p:cNvSpPr>
              <p:nvPr/>
            </p:nvSpPr>
            <p:spPr bwMode="auto">
              <a:xfrm>
                <a:off x="3719513" y="4149725"/>
                <a:ext cx="101600" cy="98425"/>
              </a:xfrm>
              <a:custGeom>
                <a:avLst/>
                <a:gdLst>
                  <a:gd name="T0" fmla="*/ 10 w 39"/>
                  <a:gd name="T1" fmla="*/ 38 h 38"/>
                  <a:gd name="T2" fmla="*/ 17 w 39"/>
                  <a:gd name="T3" fmla="*/ 35 h 38"/>
                  <a:gd name="T4" fmla="*/ 36 w 39"/>
                  <a:gd name="T5" fmla="*/ 16 h 38"/>
                  <a:gd name="T6" fmla="*/ 36 w 39"/>
                  <a:gd name="T7" fmla="*/ 3 h 38"/>
                  <a:gd name="T8" fmla="*/ 23 w 39"/>
                  <a:gd name="T9" fmla="*/ 3 h 38"/>
                  <a:gd name="T10" fmla="*/ 4 w 39"/>
                  <a:gd name="T11" fmla="*/ 23 h 38"/>
                  <a:gd name="T12" fmla="*/ 4 w 39"/>
                  <a:gd name="T13" fmla="*/ 35 h 38"/>
                  <a:gd name="T14" fmla="*/ 10 w 39"/>
                  <a:gd name="T15" fmla="*/ 38 h 3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9" h="38">
                    <a:moveTo>
                      <a:pt x="10" y="38"/>
                    </a:moveTo>
                    <a:cubicBezTo>
                      <a:pt x="13" y="38"/>
                      <a:pt x="15" y="37"/>
                      <a:pt x="17" y="35"/>
                    </a:cubicBezTo>
                    <a:cubicBezTo>
                      <a:pt x="36" y="16"/>
                      <a:pt x="36" y="16"/>
                      <a:pt x="36" y="16"/>
                    </a:cubicBezTo>
                    <a:cubicBezTo>
                      <a:pt x="39" y="13"/>
                      <a:pt x="39" y="7"/>
                      <a:pt x="36" y="3"/>
                    </a:cubicBezTo>
                    <a:cubicBezTo>
                      <a:pt x="32" y="0"/>
                      <a:pt x="26" y="0"/>
                      <a:pt x="23" y="3"/>
                    </a:cubicBezTo>
                    <a:cubicBezTo>
                      <a:pt x="4" y="23"/>
                      <a:pt x="4" y="23"/>
                      <a:pt x="4" y="23"/>
                    </a:cubicBezTo>
                    <a:cubicBezTo>
                      <a:pt x="0" y="26"/>
                      <a:pt x="0" y="32"/>
                      <a:pt x="4" y="35"/>
                    </a:cubicBezTo>
                    <a:cubicBezTo>
                      <a:pt x="6" y="37"/>
                      <a:pt x="8" y="38"/>
                      <a:pt x="10"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90" name="Freeform 40"/>
              <p:cNvSpPr>
                <a:spLocks/>
              </p:cNvSpPr>
              <p:nvPr/>
            </p:nvSpPr>
            <p:spPr bwMode="auto">
              <a:xfrm>
                <a:off x="3533775" y="4052888"/>
                <a:ext cx="47625" cy="117475"/>
              </a:xfrm>
              <a:custGeom>
                <a:avLst/>
                <a:gdLst>
                  <a:gd name="T0" fmla="*/ 9 w 18"/>
                  <a:gd name="T1" fmla="*/ 45 h 45"/>
                  <a:gd name="T2" fmla="*/ 18 w 18"/>
                  <a:gd name="T3" fmla="*/ 36 h 45"/>
                  <a:gd name="T4" fmla="*/ 18 w 18"/>
                  <a:gd name="T5" fmla="*/ 9 h 45"/>
                  <a:gd name="T6" fmla="*/ 9 w 18"/>
                  <a:gd name="T7" fmla="*/ 0 h 45"/>
                  <a:gd name="T8" fmla="*/ 0 w 18"/>
                  <a:gd name="T9" fmla="*/ 9 h 45"/>
                  <a:gd name="T10" fmla="*/ 0 w 18"/>
                  <a:gd name="T11" fmla="*/ 36 h 45"/>
                  <a:gd name="T12" fmla="*/ 9 w 18"/>
                  <a:gd name="T13" fmla="*/ 45 h 45"/>
                </a:gdLst>
                <a:ahLst/>
                <a:cxnLst>
                  <a:cxn ang="0">
                    <a:pos x="T0" y="T1"/>
                  </a:cxn>
                  <a:cxn ang="0">
                    <a:pos x="T2" y="T3"/>
                  </a:cxn>
                  <a:cxn ang="0">
                    <a:pos x="T4" y="T5"/>
                  </a:cxn>
                  <a:cxn ang="0">
                    <a:pos x="T6" y="T7"/>
                  </a:cxn>
                  <a:cxn ang="0">
                    <a:pos x="T8" y="T9"/>
                  </a:cxn>
                  <a:cxn ang="0">
                    <a:pos x="T10" y="T11"/>
                  </a:cxn>
                  <a:cxn ang="0">
                    <a:pos x="T12" y="T13"/>
                  </a:cxn>
                </a:cxnLst>
                <a:rect l="0" t="0" r="r" b="b"/>
                <a:pathLst>
                  <a:path w="18" h="45">
                    <a:moveTo>
                      <a:pt x="9" y="45"/>
                    </a:moveTo>
                    <a:cubicBezTo>
                      <a:pt x="14" y="45"/>
                      <a:pt x="18" y="41"/>
                      <a:pt x="18" y="36"/>
                    </a:cubicBezTo>
                    <a:cubicBezTo>
                      <a:pt x="18" y="9"/>
                      <a:pt x="18" y="9"/>
                      <a:pt x="18" y="9"/>
                    </a:cubicBezTo>
                    <a:cubicBezTo>
                      <a:pt x="18" y="4"/>
                      <a:pt x="14" y="0"/>
                      <a:pt x="9" y="0"/>
                    </a:cubicBezTo>
                    <a:cubicBezTo>
                      <a:pt x="4" y="0"/>
                      <a:pt x="0" y="4"/>
                      <a:pt x="0" y="9"/>
                    </a:cubicBezTo>
                    <a:cubicBezTo>
                      <a:pt x="0" y="36"/>
                      <a:pt x="0" y="36"/>
                      <a:pt x="0" y="36"/>
                    </a:cubicBezTo>
                    <a:cubicBezTo>
                      <a:pt x="0" y="41"/>
                      <a:pt x="4" y="45"/>
                      <a:pt x="9" y="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sp>
            <p:nvSpPr>
              <p:cNvPr id="91" name="Freeform 41"/>
              <p:cNvSpPr>
                <a:spLocks/>
              </p:cNvSpPr>
              <p:nvPr/>
            </p:nvSpPr>
            <p:spPr bwMode="auto">
              <a:xfrm>
                <a:off x="3419475" y="4267200"/>
                <a:ext cx="114300" cy="158750"/>
              </a:xfrm>
              <a:custGeom>
                <a:avLst/>
                <a:gdLst>
                  <a:gd name="T0" fmla="*/ 33 w 44"/>
                  <a:gd name="T1" fmla="*/ 2 h 61"/>
                  <a:gd name="T2" fmla="*/ 0 w 44"/>
                  <a:gd name="T3" fmla="*/ 54 h 61"/>
                  <a:gd name="T4" fmla="*/ 7 w 44"/>
                  <a:gd name="T5" fmla="*/ 61 h 61"/>
                  <a:gd name="T6" fmla="*/ 14 w 44"/>
                  <a:gd name="T7" fmla="*/ 54 h 61"/>
                  <a:gd name="T8" fmla="*/ 39 w 44"/>
                  <a:gd name="T9" fmla="*/ 15 h 61"/>
                  <a:gd name="T10" fmla="*/ 43 w 44"/>
                  <a:gd name="T11" fmla="*/ 5 h 61"/>
                  <a:gd name="T12" fmla="*/ 33 w 44"/>
                  <a:gd name="T13" fmla="*/ 2 h 61"/>
                </a:gdLst>
                <a:ahLst/>
                <a:cxnLst>
                  <a:cxn ang="0">
                    <a:pos x="T0" y="T1"/>
                  </a:cxn>
                  <a:cxn ang="0">
                    <a:pos x="T2" y="T3"/>
                  </a:cxn>
                  <a:cxn ang="0">
                    <a:pos x="T4" y="T5"/>
                  </a:cxn>
                  <a:cxn ang="0">
                    <a:pos x="T6" y="T7"/>
                  </a:cxn>
                  <a:cxn ang="0">
                    <a:pos x="T8" y="T9"/>
                  </a:cxn>
                  <a:cxn ang="0">
                    <a:pos x="T10" y="T11"/>
                  </a:cxn>
                  <a:cxn ang="0">
                    <a:pos x="T12" y="T13"/>
                  </a:cxn>
                </a:cxnLst>
                <a:rect l="0" t="0" r="r" b="b"/>
                <a:pathLst>
                  <a:path w="44" h="61">
                    <a:moveTo>
                      <a:pt x="33" y="2"/>
                    </a:moveTo>
                    <a:cubicBezTo>
                      <a:pt x="13" y="11"/>
                      <a:pt x="0" y="32"/>
                      <a:pt x="0" y="54"/>
                    </a:cubicBezTo>
                    <a:cubicBezTo>
                      <a:pt x="0" y="58"/>
                      <a:pt x="3" y="61"/>
                      <a:pt x="7" y="61"/>
                    </a:cubicBezTo>
                    <a:cubicBezTo>
                      <a:pt x="11" y="61"/>
                      <a:pt x="14" y="58"/>
                      <a:pt x="14" y="54"/>
                    </a:cubicBezTo>
                    <a:cubicBezTo>
                      <a:pt x="14" y="37"/>
                      <a:pt x="24" y="22"/>
                      <a:pt x="39" y="15"/>
                    </a:cubicBezTo>
                    <a:cubicBezTo>
                      <a:pt x="43" y="13"/>
                      <a:pt x="44" y="9"/>
                      <a:pt x="43" y="5"/>
                    </a:cubicBezTo>
                    <a:cubicBezTo>
                      <a:pt x="41" y="2"/>
                      <a:pt x="37" y="0"/>
                      <a:pt x="3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dirty="0"/>
              </a:p>
            </p:txBody>
          </p:sp>
        </p:grpSp>
      </p:grpSp>
      <p:pic>
        <p:nvPicPr>
          <p:cNvPr id="93" name="Picture 92" descr="Acc_Strat_Line_5_RGB_Wht.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273193" y="656193"/>
            <a:ext cx="3521818" cy="171450"/>
          </a:xfrm>
          <a:prstGeom prst="rect">
            <a:avLst/>
          </a:prstGeom>
        </p:spPr>
      </p:pic>
      <p:grpSp>
        <p:nvGrpSpPr>
          <p:cNvPr id="94" name="Group 93"/>
          <p:cNvGrpSpPr/>
          <p:nvPr userDrawn="1"/>
        </p:nvGrpSpPr>
        <p:grpSpPr>
          <a:xfrm>
            <a:off x="6534959" y="1411667"/>
            <a:ext cx="2306697" cy="1545330"/>
            <a:chOff x="5701703" y="682760"/>
            <a:chExt cx="3074395" cy="2060440"/>
          </a:xfrm>
        </p:grpSpPr>
        <p:sp>
          <p:nvSpPr>
            <p:cNvPr id="95" name="Freeform 94"/>
            <p:cNvSpPr/>
            <p:nvPr/>
          </p:nvSpPr>
          <p:spPr>
            <a:xfrm>
              <a:off x="6164291" y="682760"/>
              <a:ext cx="2013677" cy="2060440"/>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pic>
          <p:nvPicPr>
            <p:cNvPr id="96" name="Picture 9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701703" y="1523009"/>
              <a:ext cx="3074395" cy="252000"/>
            </a:xfrm>
            <a:prstGeom prst="rect">
              <a:avLst/>
            </a:prstGeom>
          </p:spPr>
        </p:pic>
      </p:grpSp>
      <p:grpSp>
        <p:nvGrpSpPr>
          <p:cNvPr id="97" name="Group 96"/>
          <p:cNvGrpSpPr/>
          <p:nvPr userDrawn="1"/>
        </p:nvGrpSpPr>
        <p:grpSpPr>
          <a:xfrm>
            <a:off x="348436" y="313551"/>
            <a:ext cx="1638429" cy="476791"/>
            <a:chOff x="448031" y="5788818"/>
            <a:chExt cx="2183719" cy="635721"/>
          </a:xfrm>
        </p:grpSpPr>
        <p:pic>
          <p:nvPicPr>
            <p:cNvPr id="98" name="Picture 9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8031" y="6039743"/>
              <a:ext cx="2183719" cy="384796"/>
            </a:xfrm>
            <a:prstGeom prst="rect">
              <a:avLst/>
            </a:prstGeom>
          </p:spPr>
        </p:pic>
        <p:sp>
          <p:nvSpPr>
            <p:cNvPr id="99" name="Freeform 98"/>
            <p:cNvSpPr/>
            <p:nvPr/>
          </p:nvSpPr>
          <p:spPr>
            <a:xfrm>
              <a:off x="1730496" y="5788818"/>
              <a:ext cx="210221" cy="215102"/>
            </a:xfrm>
            <a:custGeom>
              <a:avLst/>
              <a:gdLst>
                <a:gd name="connsiteX0" fmla="*/ 0 w 4457700"/>
                <a:gd name="connsiteY0" fmla="*/ 0 h 4552950"/>
                <a:gd name="connsiteX1" fmla="*/ 4457700 w 4457700"/>
                <a:gd name="connsiteY1" fmla="*/ 1828800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24037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57700"/>
                <a:gd name="connsiteY0" fmla="*/ 0 h 4552950"/>
                <a:gd name="connsiteX1" fmla="*/ 4457700 w 4457700"/>
                <a:gd name="connsiteY1" fmla="*/ 1816893 h 4552950"/>
                <a:gd name="connsiteX2" fmla="*/ 4457700 w 4457700"/>
                <a:gd name="connsiteY2" fmla="*/ 2743200 h 4552950"/>
                <a:gd name="connsiteX3" fmla="*/ 0 w 4457700"/>
                <a:gd name="connsiteY3" fmla="*/ 4552950 h 4552950"/>
                <a:gd name="connsiteX4" fmla="*/ 0 w 4457700"/>
                <a:gd name="connsiteY4" fmla="*/ 3543300 h 4552950"/>
                <a:gd name="connsiteX5" fmla="*/ 3282950 w 4457700"/>
                <a:gd name="connsiteY5" fmla="*/ 2286000 h 4552950"/>
                <a:gd name="connsiteX6" fmla="*/ 0 w 4457700"/>
                <a:gd name="connsiteY6" fmla="*/ 1016000 h 4552950"/>
                <a:gd name="connsiteX7" fmla="*/ 0 w 4457700"/>
                <a:gd name="connsiteY7" fmla="*/ 0 h 4552950"/>
                <a:gd name="connsiteX0" fmla="*/ 0 w 4462462"/>
                <a:gd name="connsiteY0" fmla="*/ 0 h 4552950"/>
                <a:gd name="connsiteX1" fmla="*/ 4462462 w 4462462"/>
                <a:gd name="connsiteY1" fmla="*/ 1819275 h 4552950"/>
                <a:gd name="connsiteX2" fmla="*/ 4457700 w 4462462"/>
                <a:gd name="connsiteY2" fmla="*/ 2743200 h 4552950"/>
                <a:gd name="connsiteX3" fmla="*/ 0 w 4462462"/>
                <a:gd name="connsiteY3" fmla="*/ 4552950 h 4552950"/>
                <a:gd name="connsiteX4" fmla="*/ 0 w 4462462"/>
                <a:gd name="connsiteY4" fmla="*/ 3543300 h 4552950"/>
                <a:gd name="connsiteX5" fmla="*/ 3282950 w 4462462"/>
                <a:gd name="connsiteY5" fmla="*/ 2286000 h 4552950"/>
                <a:gd name="connsiteX6" fmla="*/ 0 w 4462462"/>
                <a:gd name="connsiteY6" fmla="*/ 1016000 h 4552950"/>
                <a:gd name="connsiteX7" fmla="*/ 0 w 4462462"/>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52950"/>
                <a:gd name="connsiteX1" fmla="*/ 4462462 w 4462921"/>
                <a:gd name="connsiteY1" fmla="*/ 1819275 h 4552950"/>
                <a:gd name="connsiteX2" fmla="*/ 4462463 w 4462921"/>
                <a:gd name="connsiteY2" fmla="*/ 2747962 h 4552950"/>
                <a:gd name="connsiteX3" fmla="*/ 0 w 4462921"/>
                <a:gd name="connsiteY3" fmla="*/ 4552950 h 4552950"/>
                <a:gd name="connsiteX4" fmla="*/ 0 w 4462921"/>
                <a:gd name="connsiteY4" fmla="*/ 3543300 h 4552950"/>
                <a:gd name="connsiteX5" fmla="*/ 3282950 w 4462921"/>
                <a:gd name="connsiteY5" fmla="*/ 2286000 h 4552950"/>
                <a:gd name="connsiteX6" fmla="*/ 0 w 4462921"/>
                <a:gd name="connsiteY6" fmla="*/ 1016000 h 4552950"/>
                <a:gd name="connsiteX7" fmla="*/ 0 w 4462921"/>
                <a:gd name="connsiteY7" fmla="*/ 0 h 4552950"/>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82950 w 4462921"/>
                <a:gd name="connsiteY5" fmla="*/ 2286000 h 4560094"/>
                <a:gd name="connsiteX6" fmla="*/ 0 w 4462921"/>
                <a:gd name="connsiteY6" fmla="*/ 1016000 h 4560094"/>
                <a:gd name="connsiteX7" fmla="*/ 0 w 4462921"/>
                <a:gd name="connsiteY7" fmla="*/ 0 h 4560094"/>
                <a:gd name="connsiteX0" fmla="*/ 0 w 4462921"/>
                <a:gd name="connsiteY0" fmla="*/ 0 h 4560094"/>
                <a:gd name="connsiteX1" fmla="*/ 4462462 w 4462921"/>
                <a:gd name="connsiteY1" fmla="*/ 1819275 h 4560094"/>
                <a:gd name="connsiteX2" fmla="*/ 4462463 w 4462921"/>
                <a:gd name="connsiteY2" fmla="*/ 2747962 h 4560094"/>
                <a:gd name="connsiteX3" fmla="*/ 2381 w 4462921"/>
                <a:gd name="connsiteY3" fmla="*/ 4560094 h 4560094"/>
                <a:gd name="connsiteX4" fmla="*/ 0 w 4462921"/>
                <a:gd name="connsiteY4" fmla="*/ 3543300 h 4560094"/>
                <a:gd name="connsiteX5" fmla="*/ 3275807 w 4462921"/>
                <a:gd name="connsiteY5" fmla="*/ 2286000 h 4560094"/>
                <a:gd name="connsiteX6" fmla="*/ 0 w 4462921"/>
                <a:gd name="connsiteY6" fmla="*/ 1016000 h 4560094"/>
                <a:gd name="connsiteX7" fmla="*/ 0 w 4462921"/>
                <a:gd name="connsiteY7" fmla="*/ 0 h 4560094"/>
                <a:gd name="connsiteX0" fmla="*/ 0 w 4462921"/>
                <a:gd name="connsiteY0" fmla="*/ 0 h 4557713"/>
                <a:gd name="connsiteX1" fmla="*/ 4462462 w 4462921"/>
                <a:gd name="connsiteY1" fmla="*/ 1819275 h 4557713"/>
                <a:gd name="connsiteX2" fmla="*/ 4462463 w 4462921"/>
                <a:gd name="connsiteY2" fmla="*/ 2747962 h 4557713"/>
                <a:gd name="connsiteX3" fmla="*/ 2381 w 4462921"/>
                <a:gd name="connsiteY3" fmla="*/ 4557713 h 4557713"/>
                <a:gd name="connsiteX4" fmla="*/ 0 w 4462921"/>
                <a:gd name="connsiteY4" fmla="*/ 3543300 h 4557713"/>
                <a:gd name="connsiteX5" fmla="*/ 3275807 w 4462921"/>
                <a:gd name="connsiteY5" fmla="*/ 2286000 h 4557713"/>
                <a:gd name="connsiteX6" fmla="*/ 0 w 4462921"/>
                <a:gd name="connsiteY6" fmla="*/ 1016000 h 4557713"/>
                <a:gd name="connsiteX7" fmla="*/ 0 w 4462921"/>
                <a:gd name="connsiteY7" fmla="*/ 0 h 4557713"/>
                <a:gd name="connsiteX0" fmla="*/ 0 w 4462921"/>
                <a:gd name="connsiteY0" fmla="*/ 0 h 4562475"/>
                <a:gd name="connsiteX1" fmla="*/ 4462462 w 4462921"/>
                <a:gd name="connsiteY1" fmla="*/ 1819275 h 4562475"/>
                <a:gd name="connsiteX2" fmla="*/ 4462463 w 4462921"/>
                <a:gd name="connsiteY2" fmla="*/ 2747962 h 4562475"/>
                <a:gd name="connsiteX3" fmla="*/ 2381 w 4462921"/>
                <a:gd name="connsiteY3" fmla="*/ 4562475 h 4562475"/>
                <a:gd name="connsiteX4" fmla="*/ 0 w 4462921"/>
                <a:gd name="connsiteY4" fmla="*/ 3543300 h 4562475"/>
                <a:gd name="connsiteX5" fmla="*/ 3275807 w 4462921"/>
                <a:gd name="connsiteY5" fmla="*/ 2286000 h 4562475"/>
                <a:gd name="connsiteX6" fmla="*/ 0 w 4462921"/>
                <a:gd name="connsiteY6" fmla="*/ 1016000 h 4562475"/>
                <a:gd name="connsiteX7" fmla="*/ 0 w 4462921"/>
                <a:gd name="connsiteY7" fmla="*/ 0 h 4562475"/>
                <a:gd name="connsiteX0" fmla="*/ 2486 w 4465407"/>
                <a:gd name="connsiteY0" fmla="*/ 0 h 4564856"/>
                <a:gd name="connsiteX1" fmla="*/ 4464948 w 4465407"/>
                <a:gd name="connsiteY1" fmla="*/ 1819275 h 4564856"/>
                <a:gd name="connsiteX2" fmla="*/ 4464949 w 4465407"/>
                <a:gd name="connsiteY2" fmla="*/ 2747962 h 4564856"/>
                <a:gd name="connsiteX3" fmla="*/ 105 w 4465407"/>
                <a:gd name="connsiteY3" fmla="*/ 4564856 h 4564856"/>
                <a:gd name="connsiteX4" fmla="*/ 2486 w 4465407"/>
                <a:gd name="connsiteY4" fmla="*/ 3543300 h 4564856"/>
                <a:gd name="connsiteX5" fmla="*/ 3278293 w 4465407"/>
                <a:gd name="connsiteY5" fmla="*/ 2286000 h 4564856"/>
                <a:gd name="connsiteX6" fmla="*/ 2486 w 4465407"/>
                <a:gd name="connsiteY6" fmla="*/ 1016000 h 4564856"/>
                <a:gd name="connsiteX7" fmla="*/ 2486 w 4465407"/>
                <a:gd name="connsiteY7" fmla="*/ 0 h 4564856"/>
                <a:gd name="connsiteX0" fmla="*/ 2610 w 4465531"/>
                <a:gd name="connsiteY0" fmla="*/ 0 h 4564856"/>
                <a:gd name="connsiteX1" fmla="*/ 4465072 w 4465531"/>
                <a:gd name="connsiteY1" fmla="*/ 1819275 h 4564856"/>
                <a:gd name="connsiteX2" fmla="*/ 4465073 w 4465531"/>
                <a:gd name="connsiteY2" fmla="*/ 2747962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0343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5531"/>
                <a:gd name="connsiteY0" fmla="*/ 0 h 4564856"/>
                <a:gd name="connsiteX1" fmla="*/ 4465072 w 4465531"/>
                <a:gd name="connsiteY1" fmla="*/ 1819275 h 4564856"/>
                <a:gd name="connsiteX2" fmla="*/ 4465073 w 4465531"/>
                <a:gd name="connsiteY2" fmla="*/ 2755106 h 4564856"/>
                <a:gd name="connsiteX3" fmla="*/ 229 w 4465531"/>
                <a:gd name="connsiteY3" fmla="*/ 4564856 h 4564856"/>
                <a:gd name="connsiteX4" fmla="*/ 228 w 4465531"/>
                <a:gd name="connsiteY4" fmla="*/ 3545681 h 4564856"/>
                <a:gd name="connsiteX5" fmla="*/ 3278417 w 4465531"/>
                <a:gd name="connsiteY5" fmla="*/ 2286000 h 4564856"/>
                <a:gd name="connsiteX6" fmla="*/ 2610 w 4465531"/>
                <a:gd name="connsiteY6" fmla="*/ 1016000 h 4564856"/>
                <a:gd name="connsiteX7" fmla="*/ 2610 w 4465531"/>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16000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8417 w 4467453"/>
                <a:gd name="connsiteY5" fmla="*/ 2286000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7453"/>
                <a:gd name="connsiteY0" fmla="*/ 0 h 4564856"/>
                <a:gd name="connsiteX1" fmla="*/ 4467453 w 4467453"/>
                <a:gd name="connsiteY1" fmla="*/ 1816894 h 4564856"/>
                <a:gd name="connsiteX2" fmla="*/ 4465073 w 4467453"/>
                <a:gd name="connsiteY2" fmla="*/ 2755106 h 4564856"/>
                <a:gd name="connsiteX3" fmla="*/ 229 w 4467453"/>
                <a:gd name="connsiteY3" fmla="*/ 4564856 h 4564856"/>
                <a:gd name="connsiteX4" fmla="*/ 228 w 4467453"/>
                <a:gd name="connsiteY4" fmla="*/ 3545681 h 4564856"/>
                <a:gd name="connsiteX5" fmla="*/ 3271273 w 4467453"/>
                <a:gd name="connsiteY5" fmla="*/ 2288382 h 4564856"/>
                <a:gd name="connsiteX6" fmla="*/ 2610 w 4467453"/>
                <a:gd name="connsiteY6" fmla="*/ 1020763 h 4564856"/>
                <a:gd name="connsiteX7" fmla="*/ 2610 w 4467453"/>
                <a:gd name="connsiteY7" fmla="*/ 0 h 4564856"/>
                <a:gd name="connsiteX0" fmla="*/ 2610 w 4465530"/>
                <a:gd name="connsiteY0" fmla="*/ 0 h 4564856"/>
                <a:gd name="connsiteX1" fmla="*/ 4465071 w 4465530"/>
                <a:gd name="connsiteY1" fmla="*/ 1819275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0763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71273 w 4465530"/>
                <a:gd name="connsiteY5" fmla="*/ 2288382 h 4564856"/>
                <a:gd name="connsiteX6" fmla="*/ 2610 w 4465530"/>
                <a:gd name="connsiteY6" fmla="*/ 1023145 h 4564856"/>
                <a:gd name="connsiteX7" fmla="*/ 2610 w 4465530"/>
                <a:gd name="connsiteY7" fmla="*/ 0 h 4564856"/>
                <a:gd name="connsiteX0" fmla="*/ 2610 w 4465530"/>
                <a:gd name="connsiteY0" fmla="*/ 0 h 4564856"/>
                <a:gd name="connsiteX1" fmla="*/ 4465071 w 4465530"/>
                <a:gd name="connsiteY1" fmla="*/ 1812131 h 4564856"/>
                <a:gd name="connsiteX2" fmla="*/ 4465073 w 4465530"/>
                <a:gd name="connsiteY2" fmla="*/ 2755106 h 4564856"/>
                <a:gd name="connsiteX3" fmla="*/ 229 w 4465530"/>
                <a:gd name="connsiteY3" fmla="*/ 4564856 h 4564856"/>
                <a:gd name="connsiteX4" fmla="*/ 228 w 4465530"/>
                <a:gd name="connsiteY4" fmla="*/ 3545681 h 4564856"/>
                <a:gd name="connsiteX5" fmla="*/ 3264129 w 4465530"/>
                <a:gd name="connsiteY5" fmla="*/ 2288382 h 4564856"/>
                <a:gd name="connsiteX6" fmla="*/ 2610 w 4465530"/>
                <a:gd name="connsiteY6" fmla="*/ 1023145 h 4564856"/>
                <a:gd name="connsiteX7" fmla="*/ 2610 w 4465530"/>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5066 w 4467986"/>
                <a:gd name="connsiteY6" fmla="*/ 1023145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18079 h 4564856"/>
                <a:gd name="connsiteX7" fmla="*/ 0 w 4467986"/>
                <a:gd name="connsiteY7" fmla="*/ 0 h 4564856"/>
                <a:gd name="connsiteX0" fmla="*/ 0 w 4467986"/>
                <a:gd name="connsiteY0" fmla="*/ 0 h 4564856"/>
                <a:gd name="connsiteX1" fmla="*/ 4467527 w 4467986"/>
                <a:gd name="connsiteY1" fmla="*/ 1812131 h 4564856"/>
                <a:gd name="connsiteX2" fmla="*/ 4467529 w 4467986"/>
                <a:gd name="connsiteY2" fmla="*/ 2755106 h 4564856"/>
                <a:gd name="connsiteX3" fmla="*/ 2685 w 4467986"/>
                <a:gd name="connsiteY3" fmla="*/ 4564856 h 4564856"/>
                <a:gd name="connsiteX4" fmla="*/ 2684 w 4467986"/>
                <a:gd name="connsiteY4" fmla="*/ 3545681 h 4564856"/>
                <a:gd name="connsiteX5" fmla="*/ 3266585 w 4467986"/>
                <a:gd name="connsiteY5" fmla="*/ 2288382 h 4564856"/>
                <a:gd name="connsiteX6" fmla="*/ 2533 w 4467986"/>
                <a:gd name="connsiteY6" fmla="*/ 1023145 h 4564856"/>
                <a:gd name="connsiteX7" fmla="*/ 0 w 4467986"/>
                <a:gd name="connsiteY7" fmla="*/ 0 h 4564856"/>
                <a:gd name="connsiteX0" fmla="*/ 0 w 4467986"/>
                <a:gd name="connsiteY0" fmla="*/ 0 h 4567262"/>
                <a:gd name="connsiteX1" fmla="*/ 4467527 w 4467986"/>
                <a:gd name="connsiteY1" fmla="*/ 1814537 h 4567262"/>
                <a:gd name="connsiteX2" fmla="*/ 4467529 w 4467986"/>
                <a:gd name="connsiteY2" fmla="*/ 2757512 h 4567262"/>
                <a:gd name="connsiteX3" fmla="*/ 2685 w 4467986"/>
                <a:gd name="connsiteY3" fmla="*/ 4567262 h 4567262"/>
                <a:gd name="connsiteX4" fmla="*/ 2684 w 4467986"/>
                <a:gd name="connsiteY4" fmla="*/ 3548087 h 4567262"/>
                <a:gd name="connsiteX5" fmla="*/ 3266585 w 4467986"/>
                <a:gd name="connsiteY5" fmla="*/ 2290788 h 4567262"/>
                <a:gd name="connsiteX6" fmla="*/ 2533 w 4467986"/>
                <a:gd name="connsiteY6" fmla="*/ 1025551 h 4567262"/>
                <a:gd name="connsiteX7" fmla="*/ 0 w 4467986"/>
                <a:gd name="connsiteY7" fmla="*/ 0 h 4567262"/>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50493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64555 w 4465956"/>
                <a:gd name="connsiteY5" fmla="*/ 2293194 h 4569668"/>
                <a:gd name="connsiteX6" fmla="*/ 503 w 4465956"/>
                <a:gd name="connsiteY6" fmla="*/ 1027957 h 4569668"/>
                <a:gd name="connsiteX7" fmla="*/ 377 w 4465956"/>
                <a:gd name="connsiteY7" fmla="*/ 0 h 4569668"/>
                <a:gd name="connsiteX0" fmla="*/ 377 w 4465956"/>
                <a:gd name="connsiteY0" fmla="*/ 0 h 4569668"/>
                <a:gd name="connsiteX1" fmla="*/ 4465497 w 4465956"/>
                <a:gd name="connsiteY1" fmla="*/ 1816943 h 4569668"/>
                <a:gd name="connsiteX2" fmla="*/ 4465499 w 4465956"/>
                <a:gd name="connsiteY2" fmla="*/ 2759918 h 4569668"/>
                <a:gd name="connsiteX3" fmla="*/ 655 w 4465956"/>
                <a:gd name="connsiteY3" fmla="*/ 4569668 h 4569668"/>
                <a:gd name="connsiteX4" fmla="*/ 654 w 4465956"/>
                <a:gd name="connsiteY4" fmla="*/ 3548111 h 4569668"/>
                <a:gd name="connsiteX5" fmla="*/ 3257411 w 4465956"/>
                <a:gd name="connsiteY5" fmla="*/ 2293194 h 4569668"/>
                <a:gd name="connsiteX6" fmla="*/ 503 w 4465956"/>
                <a:gd name="connsiteY6" fmla="*/ 1027957 h 4569668"/>
                <a:gd name="connsiteX7" fmla="*/ 377 w 4465956"/>
                <a:gd name="connsiteY7" fmla="*/ 0 h 4569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465956" h="4569668">
                  <a:moveTo>
                    <a:pt x="377" y="0"/>
                  </a:moveTo>
                  <a:lnTo>
                    <a:pt x="4465497" y="1816943"/>
                  </a:lnTo>
                  <a:cubicBezTo>
                    <a:pt x="4463910" y="2124918"/>
                    <a:pt x="4467086" y="2451943"/>
                    <a:pt x="4465499" y="2759918"/>
                  </a:cubicBezTo>
                  <a:lnTo>
                    <a:pt x="655" y="4569668"/>
                  </a:lnTo>
                  <a:cubicBezTo>
                    <a:pt x="-139" y="4230737"/>
                    <a:pt x="1448" y="3887042"/>
                    <a:pt x="654" y="3548111"/>
                  </a:cubicBezTo>
                  <a:lnTo>
                    <a:pt x="3257411" y="2293194"/>
                  </a:lnTo>
                  <a:lnTo>
                    <a:pt x="503" y="1027957"/>
                  </a:lnTo>
                  <a:cubicBezTo>
                    <a:pt x="-1186" y="686909"/>
                    <a:pt x="2066" y="341048"/>
                    <a:pt x="377"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dirty="0"/>
            </a:p>
          </p:txBody>
        </p:sp>
      </p:grpSp>
      <p:cxnSp>
        <p:nvCxnSpPr>
          <p:cNvPr id="100" name="Straight Connector 99"/>
          <p:cNvCxnSpPr/>
          <p:nvPr userDrawn="1"/>
        </p:nvCxnSpPr>
        <p:spPr>
          <a:xfrm flipV="1">
            <a:off x="348990" y="870157"/>
            <a:ext cx="8796201" cy="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4587617"/>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4.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theme" Target="../theme/theme2.xml"/><Relationship Id="rId5" Type="http://schemas.openxmlformats.org/officeDocument/2006/relationships/slideLayout" Target="../slideLayouts/slideLayout26.xml"/><Relationship Id="rId4"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380361" y="241300"/>
            <a:ext cx="8389643" cy="629676"/>
          </a:xfrm>
          <a:prstGeom prst="rect">
            <a:avLst/>
          </a:prstGeom>
        </p:spPr>
        <p:txBody>
          <a:bodyPr vert="horz" lIns="0" tIns="34289" rIns="0" bIns="0" rtlCol="0" anchor="b" anchorCtr="0">
            <a:noAutofit/>
          </a:bodyPr>
          <a:lstStyle/>
          <a:p>
            <a:pPr lvl="0"/>
            <a:r>
              <a:rPr lang="en-US"/>
              <a:t>Click to edit Master title style</a:t>
            </a:r>
            <a:endParaRPr lang="en-AU" dirty="0"/>
          </a:p>
        </p:txBody>
      </p:sp>
      <p:cxnSp>
        <p:nvCxnSpPr>
          <p:cNvPr id="6" name="Straight Connector 5"/>
          <p:cNvCxnSpPr/>
          <p:nvPr/>
        </p:nvCxnSpPr>
        <p:spPr>
          <a:xfrm>
            <a:off x="380355" y="915989"/>
            <a:ext cx="8763646" cy="0"/>
          </a:xfrm>
          <a:prstGeom prst="line">
            <a:avLst/>
          </a:prstGeom>
          <a:ln w="12700">
            <a:solidFill>
              <a:srgbClr val="FFB500"/>
            </a:solidFill>
          </a:ln>
        </p:spPr>
        <p:style>
          <a:lnRef idx="1">
            <a:schemeClr val="accent1"/>
          </a:lnRef>
          <a:fillRef idx="0">
            <a:schemeClr val="accent1"/>
          </a:fillRef>
          <a:effectRef idx="0">
            <a:schemeClr val="accent1"/>
          </a:effectRef>
          <a:fontRef idx="minor">
            <a:schemeClr val="tx1"/>
          </a:fontRef>
        </p:style>
      </p:cxnSp>
      <p:sp>
        <p:nvSpPr>
          <p:cNvPr id="7" name="Text Placeholder 7"/>
          <p:cNvSpPr>
            <a:spLocks noGrp="1"/>
          </p:cNvSpPr>
          <p:nvPr>
            <p:ph type="body" idx="1"/>
          </p:nvPr>
        </p:nvSpPr>
        <p:spPr>
          <a:xfrm>
            <a:off x="380361" y="1070374"/>
            <a:ext cx="8389643" cy="3394472"/>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8" name="TextBox 7"/>
          <p:cNvSpPr txBox="1"/>
          <p:nvPr/>
        </p:nvSpPr>
        <p:spPr>
          <a:xfrm>
            <a:off x="381003" y="4765687"/>
            <a:ext cx="2451100" cy="213757"/>
          </a:xfrm>
          <a:prstGeom prst="rect">
            <a:avLst/>
          </a:prstGeom>
          <a:noFill/>
        </p:spPr>
        <p:txBody>
          <a:bodyPr wrap="square" lIns="0" tIns="0" rIns="0" bIns="0" rtlCol="0" anchor="b" anchorCtr="0">
            <a:noAutofit/>
          </a:bodyPr>
          <a:lstStyle/>
          <a:p>
            <a:pPr marL="0" marR="0" indent="0" algn="l" defTabSz="914166" rtl="0" eaLnBrk="1" fontAlgn="base" latinLnBrk="0" hangingPunct="1">
              <a:lnSpc>
                <a:spcPct val="100000"/>
              </a:lnSpc>
              <a:spcBef>
                <a:spcPct val="0"/>
              </a:spcBef>
              <a:spcAft>
                <a:spcPct val="0"/>
              </a:spcAft>
              <a:buClrTx/>
              <a:buSzTx/>
              <a:buFontTx/>
              <a:buNone/>
              <a:tabLst/>
              <a:defRPr/>
            </a:pPr>
            <a:r>
              <a:rPr lang="en-US" sz="800" dirty="0">
                <a:solidFill>
                  <a:schemeClr val="bg1">
                    <a:lumMod val="50000"/>
                  </a:schemeClr>
                </a:solidFill>
                <a:latin typeface="Arial" pitchFamily="34" charset="0"/>
                <a:cs typeface="Arial" pitchFamily="34" charset="0"/>
              </a:rPr>
              <a:t>Copyright © 2016 Accenture  All rights reserved.</a:t>
            </a:r>
          </a:p>
        </p:txBody>
      </p:sp>
      <p:sp>
        <p:nvSpPr>
          <p:cNvPr id="9" name="TextBox 8"/>
          <p:cNvSpPr txBox="1"/>
          <p:nvPr/>
        </p:nvSpPr>
        <p:spPr>
          <a:xfrm>
            <a:off x="6318252" y="4765687"/>
            <a:ext cx="2451100" cy="213757"/>
          </a:xfrm>
          <a:prstGeom prst="rect">
            <a:avLst/>
          </a:prstGeom>
          <a:noFill/>
        </p:spPr>
        <p:txBody>
          <a:bodyPr wrap="square" lIns="0" tIns="0" rIns="0" bIns="0" rtlCol="0" anchor="b" anchorCtr="0">
            <a:noAutofit/>
          </a:bodyPr>
          <a:lstStyle/>
          <a:p>
            <a:pPr marL="0" marR="0" indent="0" algn="r" defTabSz="914166" rtl="0" eaLnBrk="1" fontAlgn="base" latinLnBrk="0" hangingPunct="1">
              <a:lnSpc>
                <a:spcPct val="100000"/>
              </a:lnSpc>
              <a:spcBef>
                <a:spcPct val="0"/>
              </a:spcBef>
              <a:spcAft>
                <a:spcPct val="0"/>
              </a:spcAft>
              <a:buClrTx/>
              <a:buSzTx/>
              <a:buFontTx/>
              <a:buNone/>
              <a:tabLst/>
              <a:defRPr/>
            </a:pPr>
            <a:fld id="{C55CEDFA-A6BA-4442-9084-8B31DC7F089C}" type="slidenum">
              <a:rPr lang="en-US" sz="800" smtClean="0">
                <a:solidFill>
                  <a:schemeClr val="bg1">
                    <a:lumMod val="50000"/>
                  </a:schemeClr>
                </a:solidFill>
                <a:latin typeface="Arial" pitchFamily="34" charset="0"/>
                <a:cs typeface="Arial" pitchFamily="34" charset="0"/>
              </a:rPr>
              <a:pPr marL="0" marR="0" indent="0" algn="r" defTabSz="914166" rtl="0" eaLnBrk="1" fontAlgn="base" latinLnBrk="0" hangingPunct="1">
                <a:lnSpc>
                  <a:spcPct val="100000"/>
                </a:lnSpc>
                <a:spcBef>
                  <a:spcPct val="0"/>
                </a:spcBef>
                <a:spcAft>
                  <a:spcPct val="0"/>
                </a:spcAft>
                <a:buClrTx/>
                <a:buSzTx/>
                <a:buFontTx/>
                <a:buNone/>
                <a:tabLst/>
                <a:defRPr/>
              </a:pPr>
              <a:t>‹#›</a:t>
            </a:fld>
            <a:endParaRPr lang="en-US" sz="600" dirty="0">
              <a:solidFill>
                <a:schemeClr val="bg1">
                  <a:lumMod val="50000"/>
                </a:schemeClr>
              </a:solidFill>
              <a:latin typeface="Arial" pitchFamily="34" charset="0"/>
              <a:cs typeface="Arial" pitchFamily="34" charset="0"/>
            </a:endParaRPr>
          </a:p>
        </p:txBody>
      </p:sp>
    </p:spTree>
  </p:cSld>
  <p:clrMap bg1="lt1" tx1="dk1" bg2="lt2" tx2="dk2" accent1="accent1" accent2="accent2" accent3="accent3" accent4="accent4" accent5="accent5" accent6="accent6" hlink="hlink" folHlink="folHlink"/>
  <p:sldLayoutIdLst>
    <p:sldLayoutId id="2147483709" r:id="rId1"/>
    <p:sldLayoutId id="2147483699" r:id="rId2"/>
    <p:sldLayoutId id="2147483710" r:id="rId3"/>
    <p:sldLayoutId id="2147483711" r:id="rId4"/>
    <p:sldLayoutId id="2147483718" r:id="rId5"/>
    <p:sldLayoutId id="2147483721" r:id="rId6"/>
    <p:sldLayoutId id="2147483724" r:id="rId7"/>
    <p:sldLayoutId id="2147483727" r:id="rId8"/>
    <p:sldLayoutId id="2147483728" r:id="rId9"/>
    <p:sldLayoutId id="2147483729" r:id="rId10"/>
    <p:sldLayoutId id="2147483730" r:id="rId11"/>
    <p:sldLayoutId id="2147483731" r:id="rId12"/>
    <p:sldLayoutId id="2147483732" r:id="rId13"/>
    <p:sldLayoutId id="2147483701" r:id="rId14"/>
    <p:sldLayoutId id="2147483708" r:id="rId15"/>
    <p:sldLayoutId id="2147483712" r:id="rId16"/>
    <p:sldLayoutId id="2147483713" r:id="rId17"/>
    <p:sldLayoutId id="2147483720" r:id="rId18"/>
    <p:sldLayoutId id="2147483723" r:id="rId19"/>
    <p:sldLayoutId id="2147483726" r:id="rId20"/>
    <p:sldLayoutId id="2147484711" r:id="rId21"/>
  </p:sldLayoutIdLst>
  <p:hf hdr="0" dt="0"/>
  <p:txStyles>
    <p:titleStyle>
      <a:lvl1pPr algn="l" rtl="0" eaLnBrk="1" fontAlgn="base" hangingPunct="1">
        <a:spcBef>
          <a:spcPct val="0"/>
        </a:spcBef>
        <a:spcAft>
          <a:spcPct val="0"/>
        </a:spcAft>
        <a:defRPr lang="de-DE" sz="2400" b="1" kern="1200" dirty="0">
          <a:solidFill>
            <a:schemeClr val="tx1"/>
          </a:solidFill>
          <a:latin typeface="+mj-lt"/>
          <a:ea typeface="+mj-ea"/>
          <a:cs typeface="+mj-cs"/>
        </a:defRPr>
      </a:lvl1pPr>
      <a:lvl2pPr algn="l" rtl="0" eaLnBrk="1" fontAlgn="base" hangingPunct="1">
        <a:spcBef>
          <a:spcPct val="0"/>
        </a:spcBef>
        <a:spcAft>
          <a:spcPct val="0"/>
        </a:spcAft>
        <a:defRPr sz="4400" b="1">
          <a:solidFill>
            <a:schemeClr val="tx1"/>
          </a:solidFill>
          <a:latin typeface="Arial" charset="0"/>
        </a:defRPr>
      </a:lvl2pPr>
      <a:lvl3pPr algn="l" rtl="0" eaLnBrk="1" fontAlgn="base" hangingPunct="1">
        <a:spcBef>
          <a:spcPct val="0"/>
        </a:spcBef>
        <a:spcAft>
          <a:spcPct val="0"/>
        </a:spcAft>
        <a:defRPr sz="4400" b="1">
          <a:solidFill>
            <a:schemeClr val="tx1"/>
          </a:solidFill>
          <a:latin typeface="Arial" charset="0"/>
        </a:defRPr>
      </a:lvl3pPr>
      <a:lvl4pPr algn="l" rtl="0" eaLnBrk="1" fontAlgn="base" hangingPunct="1">
        <a:spcBef>
          <a:spcPct val="0"/>
        </a:spcBef>
        <a:spcAft>
          <a:spcPct val="0"/>
        </a:spcAft>
        <a:defRPr sz="4400" b="1">
          <a:solidFill>
            <a:schemeClr val="tx1"/>
          </a:solidFill>
          <a:latin typeface="Arial" charset="0"/>
        </a:defRPr>
      </a:lvl4pPr>
      <a:lvl5pPr algn="l" rtl="0" eaLnBrk="1" fontAlgn="base" hangingPunct="1">
        <a:spcBef>
          <a:spcPct val="0"/>
        </a:spcBef>
        <a:spcAft>
          <a:spcPct val="0"/>
        </a:spcAft>
        <a:defRPr sz="4400" b="1">
          <a:solidFill>
            <a:schemeClr val="tx1"/>
          </a:solidFill>
          <a:latin typeface="Arial" charset="0"/>
        </a:defRPr>
      </a:lvl5pPr>
      <a:lvl6pPr marL="457061" algn="l" rtl="0" eaLnBrk="1" fontAlgn="base" hangingPunct="1">
        <a:spcBef>
          <a:spcPct val="0"/>
        </a:spcBef>
        <a:spcAft>
          <a:spcPct val="0"/>
        </a:spcAft>
        <a:defRPr b="1">
          <a:solidFill>
            <a:schemeClr val="tx1"/>
          </a:solidFill>
          <a:latin typeface="Arial" charset="0"/>
        </a:defRPr>
      </a:lvl6pPr>
      <a:lvl7pPr marL="914130" algn="l" rtl="0" eaLnBrk="1" fontAlgn="base" hangingPunct="1">
        <a:spcBef>
          <a:spcPct val="0"/>
        </a:spcBef>
        <a:spcAft>
          <a:spcPct val="0"/>
        </a:spcAft>
        <a:defRPr b="1">
          <a:solidFill>
            <a:schemeClr val="tx1"/>
          </a:solidFill>
          <a:latin typeface="Arial" charset="0"/>
        </a:defRPr>
      </a:lvl7pPr>
      <a:lvl8pPr marL="1371192" algn="l" rtl="0" eaLnBrk="1" fontAlgn="base" hangingPunct="1">
        <a:spcBef>
          <a:spcPct val="0"/>
        </a:spcBef>
        <a:spcAft>
          <a:spcPct val="0"/>
        </a:spcAft>
        <a:defRPr b="1">
          <a:solidFill>
            <a:schemeClr val="tx1"/>
          </a:solidFill>
          <a:latin typeface="Arial" charset="0"/>
        </a:defRPr>
      </a:lvl8pPr>
      <a:lvl9pPr marL="1828256" algn="l" rtl="0" eaLnBrk="1" fontAlgn="base" hangingPunct="1">
        <a:spcBef>
          <a:spcPct val="0"/>
        </a:spcBef>
        <a:spcAft>
          <a:spcPct val="0"/>
        </a:spcAft>
        <a:defRPr b="1">
          <a:solidFill>
            <a:schemeClr val="tx1"/>
          </a:solidFill>
          <a:latin typeface="Arial" charset="0"/>
        </a:defRPr>
      </a:lvl9pPr>
    </p:titleStyle>
    <p:bodyStyle>
      <a:lvl1pPr marL="0" indent="0" algn="l" rtl="0" eaLnBrk="1" fontAlgn="base" hangingPunct="1">
        <a:spcBef>
          <a:spcPts val="300"/>
        </a:spcBef>
        <a:spcAft>
          <a:spcPts val="300"/>
        </a:spcAft>
        <a:buFont typeface="Arial" charset="0"/>
        <a:buNone/>
        <a:defRPr sz="1600" kern="1200">
          <a:solidFill>
            <a:schemeClr val="tx1"/>
          </a:solidFill>
          <a:latin typeface="+mn-lt"/>
          <a:ea typeface="+mn-ea"/>
          <a:cs typeface="+mn-cs"/>
        </a:defRPr>
      </a:lvl1pPr>
      <a:lvl2pPr marL="363430" indent="-188858" algn="l" rtl="0" eaLnBrk="1" fontAlgn="base" hangingPunct="1">
        <a:spcBef>
          <a:spcPts val="300"/>
        </a:spcBef>
        <a:spcAft>
          <a:spcPts val="300"/>
        </a:spcAft>
        <a:buFont typeface="Arial" charset="0"/>
        <a:buChar char="–"/>
        <a:defRPr sz="1400" kern="1200">
          <a:solidFill>
            <a:schemeClr val="tx1"/>
          </a:solidFill>
          <a:latin typeface="+mn-lt"/>
          <a:ea typeface="+mn-ea"/>
          <a:cs typeface="+mn-cs"/>
        </a:defRPr>
      </a:lvl2pPr>
      <a:lvl3pPr marL="538001" indent="-174574" algn="l" rtl="0" eaLnBrk="1" fontAlgn="base" hangingPunct="1">
        <a:spcBef>
          <a:spcPts val="300"/>
        </a:spcBef>
        <a:spcAft>
          <a:spcPts val="300"/>
        </a:spcAft>
        <a:buFont typeface="Arial" charset="0"/>
        <a:buChar char="•"/>
        <a:defRPr sz="1200" kern="1200">
          <a:solidFill>
            <a:schemeClr val="tx1"/>
          </a:solidFill>
          <a:latin typeface="+mn-lt"/>
          <a:ea typeface="+mn-ea"/>
          <a:cs typeface="+mn-cs"/>
        </a:defRPr>
      </a:lvl3pPr>
      <a:lvl4pPr marL="712577" indent="-174574" algn="l" rtl="0" eaLnBrk="1" fontAlgn="base" hangingPunct="1">
        <a:spcBef>
          <a:spcPts val="300"/>
        </a:spcBef>
        <a:spcAft>
          <a:spcPts val="300"/>
        </a:spcAft>
        <a:buFont typeface="Arial" charset="0"/>
        <a:buChar char="–"/>
        <a:defRPr sz="1100" kern="1200">
          <a:solidFill>
            <a:schemeClr val="tx1"/>
          </a:solidFill>
          <a:latin typeface="+mn-lt"/>
          <a:ea typeface="+mn-ea"/>
          <a:cs typeface="+mn-cs"/>
        </a:defRPr>
      </a:lvl4pPr>
      <a:lvl5pPr marL="901430" indent="-188858" algn="l" rtl="0" eaLnBrk="1" fontAlgn="base" hangingPunct="1">
        <a:spcBef>
          <a:spcPts val="300"/>
        </a:spcBef>
        <a:spcAft>
          <a:spcPts val="300"/>
        </a:spcAft>
        <a:buFont typeface="Arial" charset="0"/>
        <a:buChar char="•"/>
        <a:defRPr sz="1100" kern="1200">
          <a:solidFill>
            <a:schemeClr val="tx1"/>
          </a:solidFill>
          <a:latin typeface="+mn-lt"/>
          <a:ea typeface="+mn-ea"/>
          <a:cs typeface="+mn-cs"/>
        </a:defRPr>
      </a:lvl5pPr>
      <a:lvl6pPr marL="2513850" indent="-228531" algn="l" defTabSz="91413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914" indent="-228531" algn="l" defTabSz="91413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977" indent="-228531" algn="l" defTabSz="91413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041" indent="-228531" algn="l" defTabSz="91413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130" rtl="0" eaLnBrk="1" latinLnBrk="0" hangingPunct="1">
        <a:defRPr sz="1800" kern="1200">
          <a:solidFill>
            <a:schemeClr val="tx1"/>
          </a:solidFill>
          <a:latin typeface="+mn-lt"/>
          <a:ea typeface="+mn-ea"/>
          <a:cs typeface="+mn-cs"/>
        </a:defRPr>
      </a:lvl1pPr>
      <a:lvl2pPr marL="457061" algn="l" defTabSz="914130" rtl="0" eaLnBrk="1" latinLnBrk="0" hangingPunct="1">
        <a:defRPr sz="1800" kern="1200">
          <a:solidFill>
            <a:schemeClr val="tx1"/>
          </a:solidFill>
          <a:latin typeface="+mn-lt"/>
          <a:ea typeface="+mn-ea"/>
          <a:cs typeface="+mn-cs"/>
        </a:defRPr>
      </a:lvl2pPr>
      <a:lvl3pPr marL="914130" algn="l" defTabSz="914130" rtl="0" eaLnBrk="1" latinLnBrk="0" hangingPunct="1">
        <a:defRPr sz="1800" kern="1200">
          <a:solidFill>
            <a:schemeClr val="tx1"/>
          </a:solidFill>
          <a:latin typeface="+mn-lt"/>
          <a:ea typeface="+mn-ea"/>
          <a:cs typeface="+mn-cs"/>
        </a:defRPr>
      </a:lvl3pPr>
      <a:lvl4pPr marL="1371192" algn="l" defTabSz="914130" rtl="0" eaLnBrk="1" latinLnBrk="0" hangingPunct="1">
        <a:defRPr sz="1800" kern="1200">
          <a:solidFill>
            <a:schemeClr val="tx1"/>
          </a:solidFill>
          <a:latin typeface="+mn-lt"/>
          <a:ea typeface="+mn-ea"/>
          <a:cs typeface="+mn-cs"/>
        </a:defRPr>
      </a:lvl4pPr>
      <a:lvl5pPr marL="1828256" algn="l" defTabSz="914130" rtl="0" eaLnBrk="1" latinLnBrk="0" hangingPunct="1">
        <a:defRPr sz="1800" kern="1200">
          <a:solidFill>
            <a:schemeClr val="tx1"/>
          </a:solidFill>
          <a:latin typeface="+mn-lt"/>
          <a:ea typeface="+mn-ea"/>
          <a:cs typeface="+mn-cs"/>
        </a:defRPr>
      </a:lvl5pPr>
      <a:lvl6pPr marL="2285319" algn="l" defTabSz="914130" rtl="0" eaLnBrk="1" latinLnBrk="0" hangingPunct="1">
        <a:defRPr sz="1800" kern="1200">
          <a:solidFill>
            <a:schemeClr val="tx1"/>
          </a:solidFill>
          <a:latin typeface="+mn-lt"/>
          <a:ea typeface="+mn-ea"/>
          <a:cs typeface="+mn-cs"/>
        </a:defRPr>
      </a:lvl6pPr>
      <a:lvl7pPr marL="2742380" algn="l" defTabSz="914130" rtl="0" eaLnBrk="1" latinLnBrk="0" hangingPunct="1">
        <a:defRPr sz="1800" kern="1200">
          <a:solidFill>
            <a:schemeClr val="tx1"/>
          </a:solidFill>
          <a:latin typeface="+mn-lt"/>
          <a:ea typeface="+mn-ea"/>
          <a:cs typeface="+mn-cs"/>
        </a:defRPr>
      </a:lvl7pPr>
      <a:lvl8pPr marL="3199445" algn="l" defTabSz="914130" rtl="0" eaLnBrk="1" latinLnBrk="0" hangingPunct="1">
        <a:defRPr sz="1800" kern="1200">
          <a:solidFill>
            <a:schemeClr val="tx1"/>
          </a:solidFill>
          <a:latin typeface="+mn-lt"/>
          <a:ea typeface="+mn-ea"/>
          <a:cs typeface="+mn-cs"/>
        </a:defRPr>
      </a:lvl8pPr>
      <a:lvl9pPr marL="3656509" algn="l" defTabSz="91413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ext Placeholder 2"/>
          <p:cNvSpPr>
            <a:spLocks noGrp="1"/>
          </p:cNvSpPr>
          <p:nvPr>
            <p:ph type="body" idx="1"/>
          </p:nvPr>
        </p:nvSpPr>
        <p:spPr bwMode="auto">
          <a:xfrm>
            <a:off x="348991" y="867967"/>
            <a:ext cx="8446020" cy="400169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45711" rIns="0" bIns="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endParaRPr lang="en-AU" altLang="en-US" dirty="0"/>
          </a:p>
        </p:txBody>
      </p:sp>
      <p:sp>
        <p:nvSpPr>
          <p:cNvPr id="1027" name="Title Placeholder 1"/>
          <p:cNvSpPr>
            <a:spLocks noGrp="1"/>
          </p:cNvSpPr>
          <p:nvPr>
            <p:ph type="title"/>
          </p:nvPr>
        </p:nvSpPr>
        <p:spPr bwMode="auto">
          <a:xfrm>
            <a:off x="348991" y="92873"/>
            <a:ext cx="8446020" cy="752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0" tIns="45711" rIns="0" bIns="0" numCol="1" anchor="b" anchorCtr="0" compatLnSpc="1">
            <a:prstTxWarp prst="textNoShape">
              <a:avLst/>
            </a:prstTxWarp>
          </a:bodyPr>
          <a:lstStyle/>
          <a:p>
            <a:pPr lvl="0"/>
            <a:r>
              <a:rPr lang="en-US" altLang="en-US" dirty="0"/>
              <a:t>Click to edit Master title style</a:t>
            </a:r>
            <a:endParaRPr lang="en-AU" altLang="en-US" dirty="0"/>
          </a:p>
        </p:txBody>
      </p:sp>
      <p:sp>
        <p:nvSpPr>
          <p:cNvPr id="6" name="Inhaltsplatzhalter 13"/>
          <p:cNvSpPr txBox="1">
            <a:spLocks/>
          </p:cNvSpPr>
          <p:nvPr userDrawn="1"/>
        </p:nvSpPr>
        <p:spPr>
          <a:xfrm>
            <a:off x="8332221" y="4881129"/>
            <a:ext cx="339557" cy="170260"/>
          </a:xfrm>
          <a:prstGeom prst="rect">
            <a:avLst/>
          </a:prstGeom>
        </p:spPr>
        <p:txBody>
          <a:bodyPr lIns="0" tIns="35986" rIns="0" bIns="0">
            <a:noAutofit/>
          </a:bodyPr>
          <a:lstStyle>
            <a:lvl1pPr marL="0" marR="0" indent="0" algn="l" defTabSz="914400" rtl="0" eaLnBrk="1" fontAlgn="auto" latinLnBrk="0" hangingPunct="1">
              <a:lnSpc>
                <a:spcPct val="100000"/>
              </a:lnSpc>
              <a:spcBef>
                <a:spcPts val="0"/>
              </a:spcBef>
              <a:spcAft>
                <a:spcPts val="0"/>
              </a:spcAft>
              <a:buClrTx/>
              <a:buSzTx/>
              <a:buFontTx/>
              <a:buNone/>
              <a:tabLst/>
              <a:defRPr/>
            </a:lvl1pPr>
          </a:lstStyle>
          <a:p>
            <a:pPr algn="r" defTabSz="914007">
              <a:defRPr/>
            </a:pPr>
            <a:fld id="{EB578BD5-E3A8-4354-91BC-79CE4598B8D1}" type="slidenum">
              <a:rPr lang="en-US" sz="700" smtClean="0">
                <a:solidFill>
                  <a:srgbClr val="666666"/>
                </a:solidFill>
                <a:latin typeface="Arial"/>
                <a:cs typeface="Arial" pitchFamily="34" charset="0"/>
              </a:rPr>
              <a:pPr algn="r" defTabSz="914007">
                <a:defRPr/>
              </a:pPr>
              <a:t>‹#›</a:t>
            </a:fld>
            <a:endParaRPr lang="en-US" sz="700" dirty="0">
              <a:solidFill>
                <a:srgbClr val="666666"/>
              </a:solidFill>
              <a:latin typeface="Arial"/>
              <a:cs typeface="Arial" pitchFamily="34" charset="0"/>
            </a:endParaRPr>
          </a:p>
        </p:txBody>
      </p:sp>
      <p:sp>
        <p:nvSpPr>
          <p:cNvPr id="8" name="Rectangle 7"/>
          <p:cNvSpPr/>
          <p:nvPr userDrawn="1"/>
        </p:nvSpPr>
        <p:spPr>
          <a:xfrm>
            <a:off x="262467" y="4848987"/>
            <a:ext cx="4572000" cy="219268"/>
          </a:xfrm>
          <a:prstGeom prst="rect">
            <a:avLst/>
          </a:prstGeom>
        </p:spPr>
        <p:txBody>
          <a:bodyPr lIns="91422" tIns="45711" rIns="91422" bIns="45711">
            <a:spAutoFit/>
          </a:bodyPr>
          <a:lstStyle/>
          <a:p>
            <a:pPr defTabSz="914145"/>
            <a:r>
              <a:rPr lang="en-AU" altLang="en-US" sz="800" dirty="0">
                <a:solidFill>
                  <a:srgbClr val="666666"/>
                </a:solidFill>
                <a:latin typeface="Arial"/>
                <a:ea typeface="ＭＳ Ｐゴシック" pitchFamily="34" charset="-128"/>
                <a:cs typeface="Arial" panose="020B0604020202020204" pitchFamily="34" charset="0"/>
              </a:rPr>
              <a:t>Copyright © 2016 Accenture  All rights reserved.</a:t>
            </a:r>
          </a:p>
        </p:txBody>
      </p:sp>
    </p:spTree>
    <p:extLst>
      <p:ext uri="{BB962C8B-B14F-4D97-AF65-F5344CB8AC3E}">
        <p14:creationId xmlns:p14="http://schemas.microsoft.com/office/powerpoint/2010/main" val="1216197766"/>
      </p:ext>
    </p:extLst>
  </p:cSld>
  <p:clrMap bg1="lt1" tx1="dk1" bg2="lt2" tx2="dk2" accent1="accent1" accent2="accent2" accent3="accent3" accent4="accent4" accent5="accent5" accent6="accent6" hlink="hlink" folHlink="folHlink"/>
  <p:sldLayoutIdLst>
    <p:sldLayoutId id="2147484977" r:id="rId1"/>
    <p:sldLayoutId id="2147484978" r:id="rId2"/>
    <p:sldLayoutId id="2147484979" r:id="rId3"/>
    <p:sldLayoutId id="2147484980" r:id="rId4"/>
    <p:sldLayoutId id="2147485021" r:id="rId5"/>
  </p:sldLayoutIdLst>
  <p:hf hdr="0" dt="0"/>
  <p:txStyles>
    <p:titleStyle>
      <a:lvl1pPr algn="l" rtl="0" eaLnBrk="1" fontAlgn="base" hangingPunct="1">
        <a:spcBef>
          <a:spcPct val="0"/>
        </a:spcBef>
        <a:spcAft>
          <a:spcPct val="0"/>
        </a:spcAft>
        <a:buFont typeface="Arial" pitchFamily="34" charset="0"/>
        <a:defRPr lang="en-AU" sz="2400" b="1" kern="1200" dirty="0">
          <a:solidFill>
            <a:schemeClr val="accent2"/>
          </a:solidFill>
          <a:latin typeface="Agfa Rotis Sans Serif"/>
          <a:ea typeface="ＭＳ Ｐゴシック" charset="0"/>
          <a:cs typeface="Arial" pitchFamily="34" charset="0"/>
        </a:defRPr>
      </a:lvl1pPr>
      <a:lvl2pPr algn="l" rtl="0" eaLnBrk="1" fontAlgn="base" hangingPunct="1">
        <a:spcBef>
          <a:spcPct val="0"/>
        </a:spcBef>
        <a:spcAft>
          <a:spcPct val="0"/>
        </a:spcAft>
        <a:buFont typeface="Arial" pitchFamily="34" charset="0"/>
        <a:defRPr sz="2600" b="1">
          <a:solidFill>
            <a:schemeClr val="tx1"/>
          </a:solidFill>
          <a:latin typeface="Arial" pitchFamily="-105" charset="-52"/>
          <a:ea typeface="ＭＳ Ｐゴシック" charset="0"/>
          <a:cs typeface="Arial" pitchFamily="-105" charset="-52"/>
        </a:defRPr>
      </a:lvl2pPr>
      <a:lvl3pPr algn="l" rtl="0" eaLnBrk="1" fontAlgn="base" hangingPunct="1">
        <a:spcBef>
          <a:spcPct val="0"/>
        </a:spcBef>
        <a:spcAft>
          <a:spcPct val="0"/>
        </a:spcAft>
        <a:buFont typeface="Arial" pitchFamily="34" charset="0"/>
        <a:defRPr sz="2600" b="1">
          <a:solidFill>
            <a:schemeClr val="tx1"/>
          </a:solidFill>
          <a:latin typeface="Arial" pitchFamily="-105" charset="-52"/>
          <a:ea typeface="ＭＳ Ｐゴシック" charset="0"/>
          <a:cs typeface="Arial" pitchFamily="-105" charset="-52"/>
        </a:defRPr>
      </a:lvl3pPr>
      <a:lvl4pPr algn="l" rtl="0" eaLnBrk="1" fontAlgn="base" hangingPunct="1">
        <a:spcBef>
          <a:spcPct val="0"/>
        </a:spcBef>
        <a:spcAft>
          <a:spcPct val="0"/>
        </a:spcAft>
        <a:buFont typeface="Arial" pitchFamily="34" charset="0"/>
        <a:defRPr sz="2600" b="1">
          <a:solidFill>
            <a:schemeClr val="tx1"/>
          </a:solidFill>
          <a:latin typeface="Arial" pitchFamily="-105" charset="-52"/>
          <a:ea typeface="ＭＳ Ｐゴシック" charset="0"/>
          <a:cs typeface="Arial" pitchFamily="-105" charset="-52"/>
        </a:defRPr>
      </a:lvl4pPr>
      <a:lvl5pPr algn="l" rtl="0" eaLnBrk="1" fontAlgn="base" hangingPunct="1">
        <a:spcBef>
          <a:spcPct val="0"/>
        </a:spcBef>
        <a:spcAft>
          <a:spcPct val="0"/>
        </a:spcAft>
        <a:buFont typeface="Arial" pitchFamily="34" charset="0"/>
        <a:defRPr sz="2600" b="1">
          <a:solidFill>
            <a:schemeClr val="tx1"/>
          </a:solidFill>
          <a:latin typeface="Arial" pitchFamily="-105" charset="-52"/>
          <a:ea typeface="ＭＳ Ｐゴシック" charset="0"/>
          <a:cs typeface="Arial" pitchFamily="-105" charset="-52"/>
        </a:defRPr>
      </a:lvl5pPr>
      <a:lvl6pPr marL="457070" algn="l" rtl="0" eaLnBrk="1" fontAlgn="base" hangingPunct="1">
        <a:spcBef>
          <a:spcPct val="0"/>
        </a:spcBef>
        <a:spcAft>
          <a:spcPct val="0"/>
        </a:spcAft>
        <a:buFont typeface="Arial" pitchFamily="-105" charset="-52"/>
        <a:defRPr sz="2600">
          <a:solidFill>
            <a:schemeClr val="tx1"/>
          </a:solidFill>
          <a:latin typeface="Arial" pitchFamily="-105" charset="-52"/>
          <a:ea typeface="Arial" pitchFamily="-105" charset="-52"/>
          <a:cs typeface="Arial" pitchFamily="-105" charset="-52"/>
        </a:defRPr>
      </a:lvl6pPr>
      <a:lvl7pPr marL="914145" algn="l" rtl="0" eaLnBrk="1" fontAlgn="base" hangingPunct="1">
        <a:spcBef>
          <a:spcPct val="0"/>
        </a:spcBef>
        <a:spcAft>
          <a:spcPct val="0"/>
        </a:spcAft>
        <a:buFont typeface="Arial" pitchFamily="-105" charset="-52"/>
        <a:defRPr sz="2600">
          <a:solidFill>
            <a:schemeClr val="tx1"/>
          </a:solidFill>
          <a:latin typeface="Arial" pitchFamily="-105" charset="-52"/>
          <a:ea typeface="Arial" pitchFamily="-105" charset="-52"/>
          <a:cs typeface="Arial" pitchFamily="-105" charset="-52"/>
        </a:defRPr>
      </a:lvl7pPr>
      <a:lvl8pPr marL="1371215" algn="l" rtl="0" eaLnBrk="1" fontAlgn="base" hangingPunct="1">
        <a:spcBef>
          <a:spcPct val="0"/>
        </a:spcBef>
        <a:spcAft>
          <a:spcPct val="0"/>
        </a:spcAft>
        <a:buFont typeface="Arial" pitchFamily="-105" charset="-52"/>
        <a:defRPr sz="2600">
          <a:solidFill>
            <a:schemeClr val="tx1"/>
          </a:solidFill>
          <a:latin typeface="Arial" pitchFamily="-105" charset="-52"/>
          <a:ea typeface="Arial" pitchFamily="-105" charset="-52"/>
          <a:cs typeface="Arial" pitchFamily="-105" charset="-52"/>
        </a:defRPr>
      </a:lvl8pPr>
      <a:lvl9pPr marL="1828286" algn="l" rtl="0" eaLnBrk="1" fontAlgn="base" hangingPunct="1">
        <a:spcBef>
          <a:spcPct val="0"/>
        </a:spcBef>
        <a:spcAft>
          <a:spcPct val="0"/>
        </a:spcAft>
        <a:buFont typeface="Arial" pitchFamily="-105" charset="-52"/>
        <a:defRPr sz="2600">
          <a:solidFill>
            <a:schemeClr val="tx1"/>
          </a:solidFill>
          <a:latin typeface="Arial" pitchFamily="-105" charset="-52"/>
          <a:ea typeface="Arial" pitchFamily="-105" charset="-52"/>
          <a:cs typeface="Arial" pitchFamily="-105" charset="-52"/>
        </a:defRPr>
      </a:lvl9pPr>
    </p:titleStyle>
    <p:bodyStyle>
      <a:lvl1pPr marL="230123" indent="-230123" algn="l" rtl="0" eaLnBrk="1" fontAlgn="base" hangingPunct="1">
        <a:spcBef>
          <a:spcPts val="1200"/>
        </a:spcBef>
        <a:spcAft>
          <a:spcPct val="0"/>
        </a:spcAft>
        <a:buSzPct val="80000"/>
        <a:buFont typeface="Arial" pitchFamily="34" charset="0"/>
        <a:buChar char="•"/>
        <a:defRPr sz="2400" kern="1200">
          <a:solidFill>
            <a:schemeClr val="tx1"/>
          </a:solidFill>
          <a:latin typeface="Agfa Rotis Sans Serif"/>
          <a:ea typeface="ＭＳ Ｐゴシック" charset="0"/>
          <a:cs typeface="Arial" pitchFamily="34" charset="0"/>
        </a:defRPr>
      </a:lvl1pPr>
      <a:lvl2pPr marL="457070" indent="-230123" algn="l" rtl="0" eaLnBrk="1" fontAlgn="base" hangingPunct="1">
        <a:spcBef>
          <a:spcPts val="625"/>
        </a:spcBef>
        <a:spcAft>
          <a:spcPct val="0"/>
        </a:spcAft>
        <a:buSzPct val="80000"/>
        <a:buFont typeface="Arial" pitchFamily="34" charset="0"/>
        <a:buChar char="–"/>
        <a:defRPr sz="2000" kern="1200">
          <a:solidFill>
            <a:schemeClr val="tx1"/>
          </a:solidFill>
          <a:latin typeface="Agfa Rotis Sans Serif"/>
          <a:ea typeface="Arial" pitchFamily="-105" charset="-52"/>
          <a:cs typeface="Arial" pitchFamily="34" charset="0"/>
        </a:defRPr>
      </a:lvl2pPr>
      <a:lvl3pPr marL="687195" indent="-230123" algn="l" rtl="0" eaLnBrk="1" fontAlgn="base" hangingPunct="1">
        <a:spcBef>
          <a:spcPts val="575"/>
        </a:spcBef>
        <a:spcAft>
          <a:spcPct val="0"/>
        </a:spcAft>
        <a:buSzPct val="80000"/>
        <a:buFont typeface="Arial" pitchFamily="34" charset="0"/>
        <a:buChar char="•"/>
        <a:defRPr sz="1800" kern="1200">
          <a:solidFill>
            <a:schemeClr val="tx1"/>
          </a:solidFill>
          <a:latin typeface="Agfa Rotis Sans Serif"/>
          <a:ea typeface="Arial" pitchFamily="-105" charset="-52"/>
          <a:cs typeface="Arial" pitchFamily="34" charset="0"/>
        </a:defRPr>
      </a:lvl3pPr>
      <a:lvl4pPr marL="909383" indent="-225360" algn="l" rtl="0" eaLnBrk="1" fontAlgn="base" hangingPunct="1">
        <a:spcBef>
          <a:spcPts val="525"/>
        </a:spcBef>
        <a:spcAft>
          <a:spcPct val="0"/>
        </a:spcAft>
        <a:buSzPct val="80000"/>
        <a:buFont typeface="Arial" pitchFamily="34" charset="0"/>
        <a:buChar char="–"/>
        <a:defRPr sz="1600" kern="1200">
          <a:solidFill>
            <a:schemeClr val="tx1"/>
          </a:solidFill>
          <a:latin typeface="Agfa Rotis Sans Serif"/>
          <a:ea typeface="Arial" pitchFamily="-105" charset="-52"/>
          <a:cs typeface="Arial" pitchFamily="34" charset="0"/>
        </a:defRPr>
      </a:lvl4pPr>
      <a:lvl5pPr marL="1144267" indent="-230123" algn="l" rtl="0" eaLnBrk="1" fontAlgn="base" hangingPunct="1">
        <a:spcBef>
          <a:spcPts val="475"/>
        </a:spcBef>
        <a:spcAft>
          <a:spcPct val="0"/>
        </a:spcAft>
        <a:buSzPct val="80000"/>
        <a:buFont typeface="Arial" pitchFamily="34" charset="0"/>
        <a:buChar char="•"/>
        <a:defRPr sz="1400" kern="1200">
          <a:solidFill>
            <a:schemeClr val="tx1"/>
          </a:solidFill>
          <a:latin typeface="Agfa Rotis Sans Serif"/>
          <a:ea typeface="Arial" pitchFamily="-105" charset="-52"/>
          <a:cs typeface="Arial" pitchFamily="34" charset="0"/>
        </a:defRPr>
      </a:lvl5pPr>
      <a:lvl6pPr marL="2513891" indent="-228534" algn="l" defTabSz="914145"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964" indent="-228534" algn="l" defTabSz="914145"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036" indent="-228534" algn="l" defTabSz="914145"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107" indent="-228534" algn="l" defTabSz="914145"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145" rtl="0" eaLnBrk="1" latinLnBrk="0" hangingPunct="1">
        <a:defRPr sz="1800" kern="1200">
          <a:solidFill>
            <a:schemeClr val="tx1"/>
          </a:solidFill>
          <a:latin typeface="+mn-lt"/>
          <a:ea typeface="+mn-ea"/>
          <a:cs typeface="+mn-cs"/>
        </a:defRPr>
      </a:lvl1pPr>
      <a:lvl2pPr marL="457070" algn="l" defTabSz="914145" rtl="0" eaLnBrk="1" latinLnBrk="0" hangingPunct="1">
        <a:defRPr sz="1800" kern="1200">
          <a:solidFill>
            <a:schemeClr val="tx1"/>
          </a:solidFill>
          <a:latin typeface="+mn-lt"/>
          <a:ea typeface="+mn-ea"/>
          <a:cs typeface="+mn-cs"/>
        </a:defRPr>
      </a:lvl2pPr>
      <a:lvl3pPr marL="914145" algn="l" defTabSz="914145" rtl="0" eaLnBrk="1" latinLnBrk="0" hangingPunct="1">
        <a:defRPr sz="1800" kern="1200">
          <a:solidFill>
            <a:schemeClr val="tx1"/>
          </a:solidFill>
          <a:latin typeface="+mn-lt"/>
          <a:ea typeface="+mn-ea"/>
          <a:cs typeface="+mn-cs"/>
        </a:defRPr>
      </a:lvl3pPr>
      <a:lvl4pPr marL="1371215" algn="l" defTabSz="914145" rtl="0" eaLnBrk="1" latinLnBrk="0" hangingPunct="1">
        <a:defRPr sz="1800" kern="1200">
          <a:solidFill>
            <a:schemeClr val="tx1"/>
          </a:solidFill>
          <a:latin typeface="+mn-lt"/>
          <a:ea typeface="+mn-ea"/>
          <a:cs typeface="+mn-cs"/>
        </a:defRPr>
      </a:lvl4pPr>
      <a:lvl5pPr marL="1828286" algn="l" defTabSz="914145" rtl="0" eaLnBrk="1" latinLnBrk="0" hangingPunct="1">
        <a:defRPr sz="1800" kern="1200">
          <a:solidFill>
            <a:schemeClr val="tx1"/>
          </a:solidFill>
          <a:latin typeface="+mn-lt"/>
          <a:ea typeface="+mn-ea"/>
          <a:cs typeface="+mn-cs"/>
        </a:defRPr>
      </a:lvl5pPr>
      <a:lvl6pPr marL="2285357" algn="l" defTabSz="914145" rtl="0" eaLnBrk="1" latinLnBrk="0" hangingPunct="1">
        <a:defRPr sz="1800" kern="1200">
          <a:solidFill>
            <a:schemeClr val="tx1"/>
          </a:solidFill>
          <a:latin typeface="+mn-lt"/>
          <a:ea typeface="+mn-ea"/>
          <a:cs typeface="+mn-cs"/>
        </a:defRPr>
      </a:lvl6pPr>
      <a:lvl7pPr marL="2742428" algn="l" defTabSz="914145" rtl="0" eaLnBrk="1" latinLnBrk="0" hangingPunct="1">
        <a:defRPr sz="1800" kern="1200">
          <a:solidFill>
            <a:schemeClr val="tx1"/>
          </a:solidFill>
          <a:latin typeface="+mn-lt"/>
          <a:ea typeface="+mn-ea"/>
          <a:cs typeface="+mn-cs"/>
        </a:defRPr>
      </a:lvl7pPr>
      <a:lvl8pPr marL="3199499" algn="l" defTabSz="914145" rtl="0" eaLnBrk="1" latinLnBrk="0" hangingPunct="1">
        <a:defRPr sz="1800" kern="1200">
          <a:solidFill>
            <a:schemeClr val="tx1"/>
          </a:solidFill>
          <a:latin typeface="+mn-lt"/>
          <a:ea typeface="+mn-ea"/>
          <a:cs typeface="+mn-cs"/>
        </a:defRPr>
      </a:lvl8pPr>
      <a:lvl9pPr marL="3656570" algn="l" defTabSz="91414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slideLayout" Target="../slideLayouts/slideLayout8.xml"/><Relationship Id="rId1" Type="http://schemas.openxmlformats.org/officeDocument/2006/relationships/vmlDrawing" Target="../drawings/vmlDrawing17.vml"/><Relationship Id="rId4" Type="http://schemas.openxmlformats.org/officeDocument/2006/relationships/image" Target="../media/image14.emf"/></Relationships>
</file>

<file path=ppt/slides/_rels/slide5.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slideLayout" Target="../slideLayouts/slideLayout8.xml"/><Relationship Id="rId1" Type="http://schemas.openxmlformats.org/officeDocument/2006/relationships/vmlDrawing" Target="../drawings/vmlDrawing18.vml"/><Relationship Id="rId4" Type="http://schemas.openxmlformats.org/officeDocument/2006/relationships/image" Target="../media/image15.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hortonworks.com/blog/top-5-performance-boosters-with-apache-hive-llap/" TargetMode="Externa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34554" y="3162869"/>
            <a:ext cx="5006340" cy="1089041"/>
          </a:xfrm>
        </p:spPr>
        <p:txBody>
          <a:bodyPr/>
          <a:lstStyle/>
          <a:p>
            <a:pPr algn="r"/>
            <a:r>
              <a:rPr lang="en-AU" dirty="0"/>
              <a:t>Hive Query Tuning </a:t>
            </a:r>
            <a:br>
              <a:rPr lang="en-AU" dirty="0"/>
            </a:br>
            <a:br>
              <a:rPr lang="en-AU" sz="1400" dirty="0">
                <a:latin typeface="Calibri" panose="020F0502020204030204" pitchFamily="34" charset="0"/>
                <a:cs typeface="Calibri" panose="020F0502020204030204" pitchFamily="34" charset="0"/>
              </a:rPr>
            </a:br>
            <a:r>
              <a:rPr lang="en-AU" sz="1350" b="0" dirty="0"/>
              <a:t>      </a:t>
            </a:r>
          </a:p>
        </p:txBody>
      </p:sp>
    </p:spTree>
    <p:extLst>
      <p:ext uri="{BB962C8B-B14F-4D97-AF65-F5344CB8AC3E}">
        <p14:creationId xmlns:p14="http://schemas.microsoft.com/office/powerpoint/2010/main" val="12836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libri" charset="0"/>
                <a:ea typeface="Calibri" charset="0"/>
                <a:cs typeface="Calibri" charset="0"/>
              </a:rPr>
              <a:t>Table of Contents</a:t>
            </a:r>
          </a:p>
        </p:txBody>
      </p:sp>
      <p:sp>
        <p:nvSpPr>
          <p:cNvPr id="5" name="TextBox 4"/>
          <p:cNvSpPr txBox="1"/>
          <p:nvPr/>
        </p:nvSpPr>
        <p:spPr>
          <a:xfrm>
            <a:off x="564204" y="1507787"/>
            <a:ext cx="7694579" cy="2842692"/>
          </a:xfrm>
          <a:prstGeom prst="rect">
            <a:avLst/>
          </a:prstGeom>
          <a:noFill/>
        </p:spPr>
        <p:txBody>
          <a:bodyPr wrap="square" lIns="36000" tIns="36000" rIns="36000" bIns="36000" rtlCol="0">
            <a:spAutoFit/>
          </a:bodyPr>
          <a:lstStyle/>
          <a:p>
            <a:pPr marL="171450" indent="-171450" algn="l">
              <a:lnSpc>
                <a:spcPct val="200000"/>
              </a:lnSpc>
              <a:buFont typeface="Arial" panose="020B0604020202020204" pitchFamily="34" charset="0"/>
              <a:buChar char="•"/>
            </a:pPr>
            <a:r>
              <a:rPr lang="en-US" sz="1200" b="1" dirty="0"/>
              <a:t>Background/Initial Findings</a:t>
            </a:r>
          </a:p>
          <a:p>
            <a:pPr marL="171450" indent="-171450" algn="l">
              <a:lnSpc>
                <a:spcPct val="200000"/>
              </a:lnSpc>
              <a:buFont typeface="Arial" panose="020B0604020202020204" pitchFamily="34" charset="0"/>
              <a:buChar char="•"/>
            </a:pPr>
            <a:r>
              <a:rPr lang="en-US" sz="1200" b="1" dirty="0"/>
              <a:t>Recommendations</a:t>
            </a:r>
          </a:p>
          <a:p>
            <a:pPr marL="171450" indent="-171450" algn="l">
              <a:lnSpc>
                <a:spcPct val="200000"/>
              </a:lnSpc>
              <a:buFont typeface="Arial" panose="020B0604020202020204" pitchFamily="34" charset="0"/>
              <a:buChar char="•"/>
            </a:pPr>
            <a:r>
              <a:rPr lang="en-US" sz="1200" b="1" dirty="0"/>
              <a:t>Query Performance – Stats</a:t>
            </a:r>
          </a:p>
          <a:p>
            <a:pPr marL="171450" indent="-171450" algn="l">
              <a:lnSpc>
                <a:spcPct val="200000"/>
              </a:lnSpc>
              <a:buFont typeface="Arial" panose="020B0604020202020204" pitchFamily="34" charset="0"/>
              <a:buChar char="•"/>
            </a:pPr>
            <a:r>
              <a:rPr lang="en-US" sz="1200" b="1" dirty="0"/>
              <a:t>Best Practices</a:t>
            </a:r>
          </a:p>
          <a:p>
            <a:pPr marL="171450" indent="-171450" algn="l">
              <a:lnSpc>
                <a:spcPct val="200000"/>
              </a:lnSpc>
              <a:buFont typeface="Arial" panose="020B0604020202020204" pitchFamily="34" charset="0"/>
              <a:buChar char="•"/>
            </a:pPr>
            <a:r>
              <a:rPr lang="en-US" sz="1200" b="1" dirty="0"/>
              <a:t>Telematics</a:t>
            </a:r>
          </a:p>
          <a:p>
            <a:pPr marL="171450" indent="-171450" algn="l">
              <a:lnSpc>
                <a:spcPct val="200000"/>
              </a:lnSpc>
              <a:buFont typeface="Arial" panose="020B0604020202020204" pitchFamily="34" charset="0"/>
              <a:buChar char="•"/>
            </a:pPr>
            <a:r>
              <a:rPr lang="en-US" sz="1200" b="1"/>
              <a:t>Future State</a:t>
            </a:r>
            <a:endParaRPr lang="en-US" sz="1200" dirty="0"/>
          </a:p>
          <a:p>
            <a:pPr marL="171450" indent="-171450" algn="l">
              <a:lnSpc>
                <a:spcPct val="200000"/>
              </a:lnSpc>
              <a:buFont typeface="Arial" panose="020B0604020202020204" pitchFamily="34" charset="0"/>
              <a:buChar char="•"/>
            </a:pPr>
            <a:endParaRPr lang="en-US" sz="1200" dirty="0"/>
          </a:p>
          <a:p>
            <a:pPr marL="171450" indent="-171450" algn="l">
              <a:buFont typeface="Arial" panose="020B0604020202020204" pitchFamily="34" charset="0"/>
              <a:buChar char="•"/>
            </a:pPr>
            <a:endParaRPr lang="en-US" sz="1200" dirty="0" err="1"/>
          </a:p>
        </p:txBody>
      </p:sp>
    </p:spTree>
    <p:extLst>
      <p:ext uri="{BB962C8B-B14F-4D97-AF65-F5344CB8AC3E}">
        <p14:creationId xmlns:p14="http://schemas.microsoft.com/office/powerpoint/2010/main" val="7720952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Background/Initial Findings: </a:t>
            </a:r>
          </a:p>
        </p:txBody>
      </p:sp>
      <p:graphicFrame>
        <p:nvGraphicFramePr>
          <p:cNvPr id="10" name="Table 9"/>
          <p:cNvGraphicFramePr>
            <a:graphicFrameLocks noGrp="1"/>
          </p:cNvGraphicFramePr>
          <p:nvPr>
            <p:extLst>
              <p:ext uri="{D42A27DB-BD31-4B8C-83A1-F6EECF244321}">
                <p14:modId xmlns:p14="http://schemas.microsoft.com/office/powerpoint/2010/main" val="256645627"/>
              </p:ext>
            </p:extLst>
          </p:nvPr>
        </p:nvGraphicFramePr>
        <p:xfrm>
          <a:off x="339362" y="1333853"/>
          <a:ext cx="7890238" cy="3455861"/>
        </p:xfrm>
        <a:graphic>
          <a:graphicData uri="http://schemas.openxmlformats.org/drawingml/2006/table">
            <a:tbl>
              <a:tblPr firstRow="1" bandRow="1">
                <a:tableStyleId>{5C22544A-7EE6-4342-B048-85BDC9FD1C3A}</a:tableStyleId>
              </a:tblPr>
              <a:tblGrid>
                <a:gridCol w="7890238">
                  <a:extLst>
                    <a:ext uri="{9D8B030D-6E8A-4147-A177-3AD203B41FA5}">
                      <a16:colId xmlns:a16="http://schemas.microsoft.com/office/drawing/2014/main" val="20000"/>
                    </a:ext>
                  </a:extLst>
                </a:gridCol>
              </a:tblGrid>
              <a:tr h="345169">
                <a:tc>
                  <a:txBody>
                    <a:bodyPr/>
                    <a:lstStyle/>
                    <a:p>
                      <a:pPr algn="just"/>
                      <a:r>
                        <a:rPr lang="en-US" sz="1200" dirty="0">
                          <a:solidFill>
                            <a:schemeClr val="tx1"/>
                          </a:solidFill>
                          <a:latin typeface="Calibri" charset="0"/>
                          <a:ea typeface="Calibri" charset="0"/>
                          <a:cs typeface="Calibri" charset="0"/>
                        </a:rPr>
                        <a:t>CDI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2E7"/>
                    </a:solidFill>
                  </a:tcPr>
                </a:tc>
                <a:extLst>
                  <a:ext uri="{0D108BD9-81ED-4DB2-BD59-A6C34878D82A}">
                    <a16:rowId xmlns:a16="http://schemas.microsoft.com/office/drawing/2014/main" val="10000"/>
                  </a:ext>
                </a:extLst>
              </a:tr>
              <a:tr h="3110692">
                <a:tc>
                  <a:txBody>
                    <a:bodyPr/>
                    <a:lstStyle/>
                    <a:p>
                      <a:pPr algn="just"/>
                      <a:r>
                        <a:rPr lang="en-US" sz="1100" b="0" i="0" u="none" strike="noStrike" kern="1200" dirty="0">
                          <a:solidFill>
                            <a:schemeClr val="tx1"/>
                          </a:solidFill>
                          <a:effectLst/>
                          <a:latin typeface="Calibri" panose="020F0502020204030204" pitchFamily="34" charset="0"/>
                          <a:ea typeface="+mn-ea"/>
                          <a:cs typeface="Calibri" panose="020F0502020204030204" pitchFamily="34" charset="0"/>
                        </a:rPr>
                        <a:t>An Informatica</a:t>
                      </a:r>
                      <a:r>
                        <a:rPr lang="en-US" sz="1100" b="0" i="0" u="none" strike="noStrike" kern="1200" baseline="0" dirty="0">
                          <a:solidFill>
                            <a:schemeClr val="tx1"/>
                          </a:solidFill>
                          <a:effectLst/>
                          <a:latin typeface="Calibri" panose="020F0502020204030204" pitchFamily="34" charset="0"/>
                          <a:ea typeface="+mn-ea"/>
                          <a:cs typeface="Calibri" panose="020F0502020204030204" pitchFamily="34" charset="0"/>
                        </a:rPr>
                        <a:t> job writes CDI JSON data, in a near real time (NRT) fashion, from MQ temporarily to the Informatica server. Another job writes the same to the landing zone on HDFS(Stage table) and to an archive area. Separate Hive jobs append/insert data into 7 detail tables sourcing data from the Stage table. Each of the Hive jobs/queries processes new records and addresses deleted records in separate queries which run through a few analytical operations by parsing the nested JSON data (extract the data and perform a left outer join on the previous run to capture incremental updates) before populating the tables.</a:t>
                      </a:r>
                    </a:p>
                    <a:p>
                      <a:pPr algn="just"/>
                      <a:r>
                        <a:rPr lang="en-US" sz="1100" b="0" i="0" u="none" strike="noStrike" kern="1200" baseline="0" dirty="0">
                          <a:solidFill>
                            <a:schemeClr val="tx1"/>
                          </a:solidFill>
                          <a:effectLst/>
                          <a:latin typeface="Calibri" panose="020F0502020204030204" pitchFamily="34" charset="0"/>
                          <a:ea typeface="+mn-ea"/>
                          <a:cs typeface="Calibri" panose="020F0502020204030204" pitchFamily="34" charset="0"/>
                        </a:rPr>
                        <a:t>To replicate/simulate the prod environment, we obtained production data in “db1” database &amp; performed various tests.</a:t>
                      </a:r>
                    </a:p>
                    <a:p>
                      <a:pPr algn="just"/>
                      <a:endParaRPr lang="en-US" sz="1100" b="0" i="0" u="none" strike="noStrike" kern="1200" baseline="0" dirty="0">
                        <a:solidFill>
                          <a:schemeClr val="tx1"/>
                        </a:solidFill>
                        <a:effectLst/>
                        <a:latin typeface="Calibri" panose="020F0502020204030204" pitchFamily="34" charset="0"/>
                        <a:ea typeface="+mn-ea"/>
                        <a:cs typeface="Calibri" panose="020F0502020204030204" pitchFamily="34" charset="0"/>
                      </a:endParaRPr>
                    </a:p>
                    <a:p>
                      <a:pPr algn="just"/>
                      <a:endParaRPr lang="en-US" sz="1100" b="0" i="0" u="none" strike="noStrike" kern="1200" baseline="0" dirty="0">
                        <a:solidFill>
                          <a:schemeClr val="tx1"/>
                        </a:solidFill>
                        <a:effectLst/>
                        <a:latin typeface="Calibri" panose="020F0502020204030204" pitchFamily="34" charset="0"/>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sp>
        <p:nvSpPr>
          <p:cNvPr id="12" name="TextBox 11"/>
          <p:cNvSpPr txBox="1"/>
          <p:nvPr/>
        </p:nvSpPr>
        <p:spPr>
          <a:xfrm>
            <a:off x="339360" y="1057630"/>
            <a:ext cx="7890239" cy="257369"/>
          </a:xfrm>
          <a:prstGeom prst="rect">
            <a:avLst/>
          </a:prstGeom>
          <a:solidFill>
            <a:srgbClr val="003344"/>
          </a:solidFill>
          <a:ln>
            <a:solidFill>
              <a:schemeClr val="tx1"/>
            </a:solidFill>
          </a:ln>
        </p:spPr>
        <p:txBody>
          <a:bodyPr wrap="square" lIns="36000" tIns="36000" rIns="36000" bIns="36000" rtlCol="0">
            <a:spAutoFit/>
          </a:bodyPr>
          <a:lstStyle/>
          <a:p>
            <a:pPr algn="l"/>
            <a:r>
              <a:rPr lang="en-US" sz="1200" dirty="0">
                <a:solidFill>
                  <a:schemeClr val="bg1"/>
                </a:solidFill>
              </a:rPr>
              <a:t>Hive Queries</a:t>
            </a:r>
          </a:p>
        </p:txBody>
      </p:sp>
      <p:pic>
        <p:nvPicPr>
          <p:cNvPr id="3" name="Picture 2"/>
          <p:cNvPicPr>
            <a:picLocks noChangeAspect="1"/>
          </p:cNvPicPr>
          <p:nvPr/>
        </p:nvPicPr>
        <p:blipFill>
          <a:blip r:embed="rId3"/>
          <a:stretch>
            <a:fillRect/>
          </a:stretch>
        </p:blipFill>
        <p:spPr>
          <a:xfrm>
            <a:off x="4120986" y="3133290"/>
            <a:ext cx="2079167" cy="1488221"/>
          </a:xfrm>
          <a:prstGeom prst="rect">
            <a:avLst/>
          </a:prstGeom>
        </p:spPr>
      </p:pic>
      <p:sp>
        <p:nvSpPr>
          <p:cNvPr id="5" name="Rounded Rectangular Callout 4"/>
          <p:cNvSpPr/>
          <p:nvPr/>
        </p:nvSpPr>
        <p:spPr bwMode="gray">
          <a:xfrm>
            <a:off x="6684226" y="3350777"/>
            <a:ext cx="1343770" cy="1211662"/>
          </a:xfrm>
          <a:prstGeom prst="wedgeRoundRectCallout">
            <a:avLst>
              <a:gd name="adj1" fmla="val -82572"/>
              <a:gd name="adj2" fmla="val 24862"/>
              <a:gd name="adj3" fmla="val 16667"/>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square" lIns="72000" tIns="72000" rIns="72000" bIns="72000" numCol="1" rtlCol="0" anchor="ctr" anchorCtr="0" compatLnSpc="1">
            <a:prstTxWarp prst="textNoShape">
              <a:avLst/>
            </a:prstTxWarp>
            <a:noAutofit/>
          </a:bodyPr>
          <a:lstStyle/>
          <a:p>
            <a:pPr marR="0" defTabSz="914400" rtl="0" eaLnBrk="1" fontAlgn="base" latinLnBrk="0" hangingPunct="1">
              <a:lnSpc>
                <a:spcPct val="100000"/>
              </a:lnSpc>
              <a:spcBef>
                <a:spcPts val="0"/>
              </a:spcBef>
              <a:spcAft>
                <a:spcPts val="300"/>
              </a:spcAft>
              <a:buClrTx/>
              <a:buSzTx/>
              <a:tabLst/>
            </a:pPr>
            <a:endParaRPr lang="en-US" sz="800" b="1" u="sng" kern="0" dirty="0">
              <a:latin typeface="Arial" pitchFamily="34" charset="0"/>
              <a:cs typeface="Arial" pitchFamily="34" charset="0"/>
            </a:endParaRPr>
          </a:p>
          <a:p>
            <a:pPr marR="0" defTabSz="914400" rtl="0" eaLnBrk="1" fontAlgn="base" latinLnBrk="0" hangingPunct="1">
              <a:lnSpc>
                <a:spcPct val="100000"/>
              </a:lnSpc>
              <a:spcBef>
                <a:spcPts val="0"/>
              </a:spcBef>
              <a:spcAft>
                <a:spcPts val="300"/>
              </a:spcAft>
              <a:buClrTx/>
              <a:buSzTx/>
              <a:tabLst/>
            </a:pPr>
            <a:endParaRPr lang="en-US" sz="800" b="1" u="sng" kern="0" dirty="0">
              <a:latin typeface="Arial" pitchFamily="34" charset="0"/>
              <a:cs typeface="Arial" pitchFamily="34" charset="0"/>
            </a:endParaRPr>
          </a:p>
          <a:p>
            <a:pPr marR="0" defTabSz="914400" rtl="0" eaLnBrk="1" fontAlgn="base" latinLnBrk="0" hangingPunct="1">
              <a:lnSpc>
                <a:spcPct val="100000"/>
              </a:lnSpc>
              <a:spcBef>
                <a:spcPts val="0"/>
              </a:spcBef>
              <a:spcAft>
                <a:spcPts val="300"/>
              </a:spcAft>
              <a:buClrTx/>
              <a:buSzTx/>
              <a:tabLst/>
            </a:pPr>
            <a:r>
              <a:rPr lang="en-US" sz="800" b="1" u="sng" kern="0" dirty="0">
                <a:latin typeface="Arial" pitchFamily="34" charset="0"/>
                <a:cs typeface="Arial" pitchFamily="34" charset="0"/>
              </a:rPr>
              <a:t>Initial Observation</a:t>
            </a:r>
            <a:r>
              <a:rPr kumimoji="0" lang="en-US" sz="800" b="1" i="0" u="sng" strike="noStrike" kern="0" cap="none" spc="0" normalizeH="0" baseline="0" noProof="0" dirty="0">
                <a:ln>
                  <a:noFill/>
                </a:ln>
                <a:effectLst/>
                <a:uLnTx/>
                <a:uFillTx/>
                <a:latin typeface="Arial" pitchFamily="34" charset="0"/>
                <a:cs typeface="Arial" pitchFamily="34" charset="0"/>
              </a:rPr>
              <a:t>s:</a:t>
            </a:r>
          </a:p>
          <a:p>
            <a:pPr marL="171450" marR="0" indent="-171450" defTabSz="914400" rtl="0" eaLnBrk="1" fontAlgn="base" latinLnBrk="0" hangingPunct="1">
              <a:lnSpc>
                <a:spcPct val="100000"/>
              </a:lnSpc>
              <a:spcBef>
                <a:spcPts val="0"/>
              </a:spcBef>
              <a:spcAft>
                <a:spcPts val="300"/>
              </a:spcAft>
              <a:buClrTx/>
              <a:buSzTx/>
              <a:buFont typeface="Arial" panose="020B0604020202020204" pitchFamily="34" charset="0"/>
              <a:buChar char="•"/>
              <a:tabLst/>
            </a:pPr>
            <a:r>
              <a:rPr kumimoji="0" lang="en-US" sz="800" b="0" i="0" u="none" strike="noStrike" kern="0" cap="none" spc="0" normalizeH="0" baseline="0" noProof="0" dirty="0">
                <a:ln>
                  <a:noFill/>
                </a:ln>
                <a:effectLst/>
                <a:uLnTx/>
                <a:uFillTx/>
                <a:latin typeface="Arial" pitchFamily="34" charset="0"/>
                <a:cs typeface="Arial" pitchFamily="34" charset="0"/>
              </a:rPr>
              <a:t>No partitioning in</a:t>
            </a:r>
            <a:r>
              <a:rPr kumimoji="0" lang="en-US" sz="800" b="0" i="0" u="none" strike="noStrike" kern="0" cap="none" spc="0" normalizeH="0" noProof="0" dirty="0">
                <a:ln>
                  <a:noFill/>
                </a:ln>
                <a:effectLst/>
                <a:uLnTx/>
                <a:uFillTx/>
                <a:latin typeface="Arial" pitchFamily="34" charset="0"/>
                <a:cs typeface="Arial" pitchFamily="34" charset="0"/>
              </a:rPr>
              <a:t>  Hive tables</a:t>
            </a:r>
          </a:p>
          <a:p>
            <a:pPr marL="171450" marR="0" indent="-171450" defTabSz="914400" rtl="0" eaLnBrk="1" fontAlgn="base" latinLnBrk="0" hangingPunct="1">
              <a:lnSpc>
                <a:spcPct val="100000"/>
              </a:lnSpc>
              <a:spcBef>
                <a:spcPts val="0"/>
              </a:spcBef>
              <a:spcAft>
                <a:spcPts val="300"/>
              </a:spcAft>
              <a:buClrTx/>
              <a:buSzTx/>
              <a:buFont typeface="Arial" panose="020B0604020202020204" pitchFamily="34" charset="0"/>
              <a:buChar char="•"/>
              <a:tabLst/>
            </a:pPr>
            <a:r>
              <a:rPr lang="en-US" sz="800" kern="0" dirty="0">
                <a:latin typeface="Arial" pitchFamily="34" charset="0"/>
                <a:cs typeface="Arial" pitchFamily="34" charset="0"/>
              </a:rPr>
              <a:t>Stats were not collected after data load</a:t>
            </a:r>
            <a:endParaRPr kumimoji="0" lang="en-US" sz="800" b="0" i="0" u="none" strike="noStrike" kern="0" cap="none" spc="0" normalizeH="0" noProof="0" dirty="0">
              <a:ln>
                <a:noFill/>
              </a:ln>
              <a:effectLst/>
              <a:uLnTx/>
              <a:uFillTx/>
              <a:latin typeface="Arial" pitchFamily="34" charset="0"/>
              <a:cs typeface="Arial" pitchFamily="34" charset="0"/>
            </a:endParaRPr>
          </a:p>
          <a:p>
            <a:pPr marL="171450" marR="0" indent="-171450" defTabSz="914400" rtl="0" eaLnBrk="1" fontAlgn="base" latinLnBrk="0" hangingPunct="1">
              <a:lnSpc>
                <a:spcPct val="100000"/>
              </a:lnSpc>
              <a:spcBef>
                <a:spcPts val="0"/>
              </a:spcBef>
              <a:spcAft>
                <a:spcPts val="300"/>
              </a:spcAft>
              <a:buClrTx/>
              <a:buSzTx/>
              <a:buFont typeface="Arial" panose="020B0604020202020204" pitchFamily="34" charset="0"/>
              <a:buChar char="•"/>
              <a:tabLst/>
            </a:pPr>
            <a:r>
              <a:rPr lang="en-US" sz="800" kern="0" dirty="0">
                <a:latin typeface="Arial" pitchFamily="34" charset="0"/>
                <a:cs typeface="Arial" pitchFamily="34" charset="0"/>
              </a:rPr>
              <a:t>Memory &amp; Hive/</a:t>
            </a:r>
            <a:r>
              <a:rPr lang="en-US" sz="800" kern="0" dirty="0" err="1">
                <a:latin typeface="Arial" pitchFamily="34" charset="0"/>
                <a:cs typeface="Arial" pitchFamily="34" charset="0"/>
              </a:rPr>
              <a:t>Tez</a:t>
            </a:r>
            <a:r>
              <a:rPr lang="en-US" sz="800" kern="0" dirty="0">
                <a:latin typeface="Arial" pitchFamily="34" charset="0"/>
                <a:cs typeface="Arial" pitchFamily="34" charset="0"/>
              </a:rPr>
              <a:t> settings were not optimized </a:t>
            </a:r>
            <a:endParaRPr kumimoji="0" lang="en-US" sz="800" b="0" i="0" u="none" strike="noStrike" kern="0" cap="none" spc="0" normalizeH="0" noProof="0" dirty="0">
              <a:ln>
                <a:noFill/>
              </a:ln>
              <a:effectLst/>
              <a:uLnTx/>
              <a:uFillTx/>
              <a:latin typeface="Arial" pitchFamily="34" charset="0"/>
              <a:cs typeface="Arial" pitchFamily="34" charset="0"/>
            </a:endParaRPr>
          </a:p>
          <a:p>
            <a:pPr marL="0" marR="0" indent="0" algn="l" defTabSz="914400" rtl="0" eaLnBrk="1" fontAlgn="base" latinLnBrk="0" hangingPunct="1">
              <a:lnSpc>
                <a:spcPct val="100000"/>
              </a:lnSpc>
              <a:spcBef>
                <a:spcPts val="0"/>
              </a:spcBef>
              <a:spcAft>
                <a:spcPts val="300"/>
              </a:spcAft>
              <a:buClrTx/>
              <a:buSzTx/>
              <a:buFontTx/>
              <a:buNone/>
              <a:tabLst/>
            </a:pPr>
            <a:endParaRPr kumimoji="0" lang="en-US" sz="800" b="0" i="0" u="none" strike="noStrike" kern="0" cap="none" spc="0" normalizeH="0" baseline="0" noProof="0" dirty="0">
              <a:ln>
                <a:noFill/>
              </a:ln>
              <a:effectLst/>
              <a:uLnTx/>
              <a:uFillTx/>
              <a:latin typeface="Arial" pitchFamily="34" charset="0"/>
              <a:cs typeface="Arial" pitchFamily="34" charset="0"/>
            </a:endParaRPr>
          </a:p>
          <a:p>
            <a:pPr marL="0" marR="0" indent="0" algn="l" defTabSz="914400" rtl="0" eaLnBrk="1" fontAlgn="base" latinLnBrk="0" hangingPunct="1">
              <a:lnSpc>
                <a:spcPct val="100000"/>
              </a:lnSpc>
              <a:spcBef>
                <a:spcPts val="0"/>
              </a:spcBef>
              <a:spcAft>
                <a:spcPts val="300"/>
              </a:spcAft>
              <a:buClrTx/>
              <a:buSzTx/>
              <a:buFontTx/>
              <a:buNone/>
              <a:tabLst/>
            </a:pPr>
            <a:endParaRPr kumimoji="0" lang="en-US" sz="800" b="0" i="0" u="none" strike="noStrike" kern="0" cap="none" spc="0" normalizeH="0" baseline="0" noProof="0" dirty="0">
              <a:ln>
                <a:noFill/>
              </a:ln>
              <a:effectLst/>
              <a:uLnTx/>
              <a:uFillTx/>
              <a:latin typeface="Arial" pitchFamily="34" charset="0"/>
              <a:cs typeface="Arial" pitchFamily="34" charset="0"/>
            </a:endParaRPr>
          </a:p>
        </p:txBody>
      </p:sp>
      <p:sp>
        <p:nvSpPr>
          <p:cNvPr id="22" name="Oval 21"/>
          <p:cNvSpPr/>
          <p:nvPr/>
        </p:nvSpPr>
        <p:spPr bwMode="gray">
          <a:xfrm>
            <a:off x="390631" y="3802333"/>
            <a:ext cx="1280473" cy="492563"/>
          </a:xfrm>
          <a:prstGeom prst="ellipse">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square" lIns="72000" tIns="72000" rIns="72000" bIns="72000" numCol="1" rtlCol="0" anchor="t" anchorCtr="0" compatLnSpc="1">
            <a:prstTxWarp prst="textNoShape">
              <a:avLst/>
            </a:prstTxWarp>
            <a:noAutofit/>
          </a:bodyPr>
          <a:lstStyle/>
          <a:p>
            <a:pPr marL="0" marR="0" indent="0" algn="l" defTabSz="914400" rtl="0" eaLnBrk="1" fontAlgn="base" latinLnBrk="0" hangingPunct="1">
              <a:lnSpc>
                <a:spcPct val="100000"/>
              </a:lnSpc>
              <a:spcBef>
                <a:spcPts val="0"/>
              </a:spcBef>
              <a:spcAft>
                <a:spcPts val="300"/>
              </a:spcAft>
              <a:buClrTx/>
              <a:buSzTx/>
              <a:buFontTx/>
              <a:buNone/>
              <a:tabLst/>
            </a:pPr>
            <a:endParaRPr kumimoji="0" lang="en-US" sz="1600" b="0" i="0" u="none" strike="noStrike" kern="0" cap="none" spc="0" normalizeH="0" baseline="0" noProof="0" dirty="0" err="1">
              <a:ln>
                <a:noFill/>
              </a:ln>
              <a:solidFill>
                <a:sysClr val="windowText" lastClr="000000"/>
              </a:solidFill>
              <a:effectLst/>
              <a:uLnTx/>
              <a:uFillTx/>
              <a:latin typeface="Arial" pitchFamily="34" charset="0"/>
              <a:cs typeface="Arial" pitchFamily="34" charset="0"/>
            </a:endParaRPr>
          </a:p>
        </p:txBody>
      </p:sp>
      <p:graphicFrame>
        <p:nvGraphicFramePr>
          <p:cNvPr id="23" name="Table 22"/>
          <p:cNvGraphicFramePr>
            <a:graphicFrameLocks noGrp="1"/>
          </p:cNvGraphicFramePr>
          <p:nvPr>
            <p:extLst>
              <p:ext uri="{D42A27DB-BD31-4B8C-83A1-F6EECF244321}">
                <p14:modId xmlns:p14="http://schemas.microsoft.com/office/powerpoint/2010/main" val="1897050660"/>
              </p:ext>
            </p:extLst>
          </p:nvPr>
        </p:nvGraphicFramePr>
        <p:xfrm>
          <a:off x="390631" y="2804161"/>
          <a:ext cx="3554351" cy="1969755"/>
        </p:xfrm>
        <a:graphic>
          <a:graphicData uri="http://schemas.openxmlformats.org/drawingml/2006/table">
            <a:tbl>
              <a:tblPr firstRow="1" bandRow="1">
                <a:tableStyleId>{5C22544A-7EE6-4342-B048-85BDC9FD1C3A}</a:tableStyleId>
              </a:tblPr>
              <a:tblGrid>
                <a:gridCol w="3554351">
                  <a:extLst>
                    <a:ext uri="{9D8B030D-6E8A-4147-A177-3AD203B41FA5}">
                      <a16:colId xmlns:a16="http://schemas.microsoft.com/office/drawing/2014/main" val="20000"/>
                    </a:ext>
                  </a:extLst>
                </a:gridCol>
              </a:tblGrid>
              <a:tr h="303006">
                <a:tc>
                  <a:txBody>
                    <a:bodyPr/>
                    <a:lstStyle/>
                    <a:p>
                      <a:r>
                        <a:rPr lang="en-US" sz="1000" dirty="0">
                          <a:solidFill>
                            <a:schemeClr val="tx1"/>
                          </a:solidFill>
                          <a:latin typeface="Calibri" charset="0"/>
                          <a:ea typeface="Calibri" charset="0"/>
                          <a:cs typeface="Calibri" charset="0"/>
                        </a:rPr>
                        <a:t>Ingestion: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2E7"/>
                    </a:solidFill>
                  </a:tcPr>
                </a:tc>
                <a:extLst>
                  <a:ext uri="{0D108BD9-81ED-4DB2-BD59-A6C34878D82A}">
                    <a16:rowId xmlns:a16="http://schemas.microsoft.com/office/drawing/2014/main" val="10000"/>
                  </a:ext>
                </a:extLst>
              </a:tr>
              <a:tr h="1666749">
                <a:tc>
                  <a:txBody>
                    <a:bodyPr/>
                    <a:lstStyle/>
                    <a:p>
                      <a:pPr marL="0" lvl="0" indent="0">
                        <a:buFont typeface="Arial" panose="020B0604020202020204" pitchFamily="34" charset="0"/>
                        <a:buNone/>
                      </a:pPr>
                      <a:endParaRPr lang="en-US" sz="1000" b="0" i="0" u="none"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0" lvl="0" indent="0">
                        <a:buFont typeface="Arial" panose="020B0604020202020204" pitchFamily="34" charset="0"/>
                        <a:buNone/>
                      </a:pPr>
                      <a:endParaRPr lang="en-US" sz="1000" b="0" i="0" u="none" strike="noStrike" kern="1200" baseline="0" dirty="0">
                        <a:solidFill>
                          <a:schemeClr val="tx1"/>
                        </a:solidFill>
                        <a:effectLst/>
                        <a:latin typeface="Calibri" panose="020F0502020204030204" pitchFamily="34" charset="0"/>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sp>
        <p:nvSpPr>
          <p:cNvPr id="24" name="Rounded Rectangle 23"/>
          <p:cNvSpPr/>
          <p:nvPr/>
        </p:nvSpPr>
        <p:spPr bwMode="gray">
          <a:xfrm>
            <a:off x="566636" y="3231233"/>
            <a:ext cx="1062329" cy="367984"/>
          </a:xfrm>
          <a:prstGeom prst="roundRect">
            <a:avLst/>
          </a:prstGeom>
          <a:solidFill>
            <a:srgbClr val="778888">
              <a:lumMod val="20000"/>
              <a:lumOff val="80000"/>
            </a:srgbClr>
          </a:solidFill>
          <a:ln w="19050">
            <a:solidFill>
              <a:schemeClr val="tx1"/>
            </a:solidFill>
            <a:miter lim="800000"/>
            <a:headEnd/>
            <a:tailEnd/>
          </a:ln>
          <a:effectLst/>
        </p:spPr>
        <p:txBody>
          <a:bodyPr vert="horz" wrap="square" lIns="72000" tIns="72000" rIns="72000" bIns="72000" numCol="1" rtlCol="0" anchor="t" anchorCtr="0" compatLnSpc="1">
            <a:prstTxWarp prst="textNoShape">
              <a:avLst/>
            </a:prstTxWarp>
            <a:noAutofit/>
          </a:bodyPr>
          <a:lstStyle/>
          <a:p>
            <a:pPr marL="0" marR="0" indent="0" algn="ctr" defTabSz="914400" rtl="0" eaLnBrk="1" fontAlgn="base" latinLnBrk="0" hangingPunct="1">
              <a:lnSpc>
                <a:spcPct val="100000"/>
              </a:lnSpc>
              <a:spcBef>
                <a:spcPts val="0"/>
              </a:spcBef>
              <a:spcAft>
                <a:spcPts val="300"/>
              </a:spcAft>
              <a:buClrTx/>
              <a:buSzTx/>
              <a:buFontTx/>
              <a:buNone/>
              <a:tabLst/>
            </a:pPr>
            <a:r>
              <a:rPr lang="en-US" sz="800" kern="0" dirty="0">
                <a:solidFill>
                  <a:sysClr val="windowText" lastClr="000000"/>
                </a:solidFill>
                <a:latin typeface="Arial" pitchFamily="34" charset="0"/>
                <a:cs typeface="Arial" pitchFamily="34" charset="0"/>
              </a:rPr>
              <a:t>Message Queue</a:t>
            </a:r>
            <a:endParaRPr kumimoji="0" lang="en-US" sz="800" b="0" i="0" u="none" strike="noStrike" kern="0" cap="none" spc="0" normalizeH="0" baseline="0" noProof="0" dirty="0">
              <a:ln>
                <a:noFill/>
              </a:ln>
              <a:solidFill>
                <a:sysClr val="windowText" lastClr="000000"/>
              </a:solidFill>
              <a:effectLst/>
              <a:uLnTx/>
              <a:uFillTx/>
              <a:latin typeface="Arial" pitchFamily="34" charset="0"/>
              <a:cs typeface="Arial" pitchFamily="34" charset="0"/>
            </a:endParaRPr>
          </a:p>
          <a:p>
            <a:pPr marL="0" marR="0" indent="0" algn="ctr" defTabSz="914400" rtl="0" eaLnBrk="1" fontAlgn="base" latinLnBrk="0" hangingPunct="1">
              <a:lnSpc>
                <a:spcPct val="100000"/>
              </a:lnSpc>
              <a:spcBef>
                <a:spcPts val="0"/>
              </a:spcBef>
              <a:spcAft>
                <a:spcPts val="300"/>
              </a:spcAft>
              <a:buClrTx/>
              <a:buSzTx/>
              <a:buFontTx/>
              <a:buNone/>
              <a:tabLst/>
            </a:pPr>
            <a:endParaRPr lang="en-US" sz="1000" kern="0" dirty="0">
              <a:solidFill>
                <a:sysClr val="windowText" lastClr="000000"/>
              </a:solidFill>
              <a:latin typeface="Arial" pitchFamily="34" charset="0"/>
              <a:cs typeface="Arial" pitchFamily="34" charset="0"/>
            </a:endParaRPr>
          </a:p>
          <a:p>
            <a:pPr marL="0" marR="0" indent="0" algn="ctr" defTabSz="914400" rtl="0" eaLnBrk="1" fontAlgn="base" latinLnBrk="0" hangingPunct="1">
              <a:lnSpc>
                <a:spcPct val="100000"/>
              </a:lnSpc>
              <a:spcBef>
                <a:spcPts val="0"/>
              </a:spcBef>
              <a:spcAft>
                <a:spcPts val="300"/>
              </a:spcAft>
              <a:buClrTx/>
              <a:buSzTx/>
              <a:buFontTx/>
              <a:buNone/>
              <a:tabLst/>
            </a:pPr>
            <a:endParaRPr kumimoji="0" lang="en-US" sz="1000" b="0" i="0" u="none" strike="noStrike" kern="0" cap="none" spc="0" normalizeH="0" baseline="0" noProof="0" dirty="0">
              <a:ln>
                <a:noFill/>
              </a:ln>
              <a:solidFill>
                <a:sysClr val="windowText" lastClr="000000"/>
              </a:solidFill>
              <a:effectLst/>
              <a:uLnTx/>
              <a:uFillTx/>
              <a:latin typeface="Arial" pitchFamily="34" charset="0"/>
              <a:cs typeface="Arial" pitchFamily="34" charset="0"/>
            </a:endParaRPr>
          </a:p>
        </p:txBody>
      </p:sp>
      <p:cxnSp>
        <p:nvCxnSpPr>
          <p:cNvPr id="25" name="Elbow Connector 24"/>
          <p:cNvCxnSpPr/>
          <p:nvPr/>
        </p:nvCxnSpPr>
        <p:spPr>
          <a:xfrm rot="16200000" flipH="1">
            <a:off x="649076" y="3738980"/>
            <a:ext cx="714399" cy="494456"/>
          </a:xfrm>
          <a:prstGeom prst="bentConnector3">
            <a:avLst>
              <a:gd name="adj1" fmla="val 50000"/>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26" name="Rounded Rectangle 25"/>
          <p:cNvSpPr/>
          <p:nvPr/>
        </p:nvSpPr>
        <p:spPr bwMode="gray">
          <a:xfrm>
            <a:off x="639703" y="4354502"/>
            <a:ext cx="2298050" cy="302284"/>
          </a:xfrm>
          <a:prstGeom prst="roundRect">
            <a:avLst/>
          </a:prstGeom>
          <a:solidFill>
            <a:srgbClr val="778888">
              <a:lumMod val="20000"/>
              <a:lumOff val="80000"/>
            </a:srgbClr>
          </a:solidFill>
          <a:ln w="19050">
            <a:solidFill>
              <a:schemeClr val="tx1"/>
            </a:solidFill>
            <a:miter lim="800000"/>
            <a:headEnd/>
            <a:tailEnd/>
          </a:ln>
          <a:effectLst/>
        </p:spPr>
        <p:txBody>
          <a:bodyPr vert="horz" wrap="square" lIns="72000" tIns="72000" rIns="72000" bIns="72000" numCol="1" rtlCol="0" anchor="t" anchorCtr="0" compatLnSpc="1">
            <a:prstTxWarp prst="textNoShape">
              <a:avLst/>
            </a:prstTxWarp>
            <a:noAutofit/>
          </a:bodyPr>
          <a:lstStyle/>
          <a:p>
            <a:pPr marL="0" marR="0" indent="0" algn="ctr" defTabSz="914400" rtl="0" eaLnBrk="1" fontAlgn="base" latinLnBrk="0" hangingPunct="1">
              <a:lnSpc>
                <a:spcPct val="100000"/>
              </a:lnSpc>
              <a:spcBef>
                <a:spcPts val="0"/>
              </a:spcBef>
              <a:spcAft>
                <a:spcPts val="300"/>
              </a:spcAft>
              <a:buClrTx/>
              <a:buSzTx/>
              <a:buFontTx/>
              <a:buNone/>
              <a:tabLst/>
            </a:pPr>
            <a:r>
              <a:rPr kumimoji="0" lang="en-US" sz="1000" b="0" i="0" u="none" strike="noStrike" kern="0" cap="none" spc="0" normalizeH="0" baseline="0" noProof="0" dirty="0">
                <a:ln>
                  <a:noFill/>
                </a:ln>
                <a:solidFill>
                  <a:sysClr val="windowText" lastClr="000000"/>
                </a:solidFill>
                <a:effectLst/>
                <a:uLnTx/>
                <a:uFillTx/>
                <a:latin typeface="Calibri" panose="020F0502020204030204" pitchFamily="34" charset="0"/>
                <a:cs typeface="Calibri" panose="020F0502020204030204" pitchFamily="34" charset="0"/>
              </a:rPr>
              <a:t>Informatica Server </a:t>
            </a:r>
          </a:p>
        </p:txBody>
      </p:sp>
      <p:sp>
        <p:nvSpPr>
          <p:cNvPr id="27" name="Rounded Rectangle 26"/>
          <p:cNvSpPr/>
          <p:nvPr/>
        </p:nvSpPr>
        <p:spPr bwMode="gray">
          <a:xfrm>
            <a:off x="1759832" y="3238720"/>
            <a:ext cx="1956044" cy="353010"/>
          </a:xfrm>
          <a:prstGeom prst="roundRect">
            <a:avLst/>
          </a:prstGeom>
          <a:solidFill>
            <a:srgbClr val="778888">
              <a:lumMod val="20000"/>
              <a:lumOff val="80000"/>
            </a:srgbClr>
          </a:solidFill>
          <a:ln w="19050">
            <a:solidFill>
              <a:schemeClr val="tx1"/>
            </a:solidFill>
            <a:miter lim="800000"/>
            <a:headEnd/>
            <a:tailEnd/>
          </a:ln>
          <a:effectLst/>
        </p:spPr>
        <p:txBody>
          <a:bodyPr vert="horz" wrap="square" lIns="72000" tIns="72000" rIns="72000" bIns="72000" numCol="1" rtlCol="0" anchor="t" anchorCtr="0" compatLnSpc="1">
            <a:prstTxWarp prst="textNoShape">
              <a:avLst/>
            </a:prstTxWarp>
            <a:noAutofit/>
          </a:bodyPr>
          <a:lstStyle/>
          <a:p>
            <a:pPr marL="0" marR="0" indent="0" algn="ctr" defTabSz="914400" rtl="0" eaLnBrk="1" fontAlgn="base" latinLnBrk="0" hangingPunct="1">
              <a:lnSpc>
                <a:spcPct val="100000"/>
              </a:lnSpc>
              <a:spcBef>
                <a:spcPts val="0"/>
              </a:spcBef>
              <a:spcAft>
                <a:spcPts val="300"/>
              </a:spcAft>
              <a:buClrTx/>
              <a:buSzTx/>
              <a:buFontTx/>
              <a:buNone/>
              <a:tabLst/>
            </a:pPr>
            <a:endParaRPr kumimoji="0" lang="en-US" sz="800" b="0" i="0" u="none" strike="noStrike" kern="0" cap="none" spc="0" normalizeH="0" baseline="0" noProof="0" dirty="0">
              <a:ln>
                <a:noFill/>
              </a:ln>
              <a:solidFill>
                <a:sysClr val="windowText" lastClr="000000"/>
              </a:solidFill>
              <a:effectLst/>
              <a:uLnTx/>
              <a:uFillTx/>
              <a:latin typeface="Arial" pitchFamily="34" charset="0"/>
              <a:cs typeface="Arial" pitchFamily="34" charset="0"/>
            </a:endParaRPr>
          </a:p>
        </p:txBody>
      </p:sp>
      <p:sp>
        <p:nvSpPr>
          <p:cNvPr id="28" name="TextBox 27"/>
          <p:cNvSpPr txBox="1"/>
          <p:nvPr/>
        </p:nvSpPr>
        <p:spPr>
          <a:xfrm>
            <a:off x="759046" y="3645446"/>
            <a:ext cx="1168810" cy="257369"/>
          </a:xfrm>
          <a:prstGeom prst="rect">
            <a:avLst/>
          </a:prstGeom>
          <a:noFill/>
        </p:spPr>
        <p:txBody>
          <a:bodyPr wrap="square" lIns="36000" tIns="36000" rIns="36000" bIns="36000" rtlCol="0">
            <a:spAutoFit/>
          </a:bodyPr>
          <a:lstStyle/>
          <a:p>
            <a:r>
              <a:rPr lang="en-US" sz="600" dirty="0">
                <a:solidFill>
                  <a:schemeClr val="accent1"/>
                </a:solidFill>
              </a:rPr>
              <a:t>Informatica job reads CDI JSON data from MQ </a:t>
            </a:r>
          </a:p>
        </p:txBody>
      </p:sp>
      <p:sp>
        <p:nvSpPr>
          <p:cNvPr id="29" name="TextBox 28"/>
          <p:cNvSpPr txBox="1"/>
          <p:nvPr/>
        </p:nvSpPr>
        <p:spPr>
          <a:xfrm>
            <a:off x="1510256" y="4161937"/>
            <a:ext cx="1082220" cy="165036"/>
          </a:xfrm>
          <a:prstGeom prst="rect">
            <a:avLst/>
          </a:prstGeom>
          <a:noFill/>
        </p:spPr>
        <p:txBody>
          <a:bodyPr wrap="square" lIns="36000" tIns="36000" rIns="36000" bIns="36000" rtlCol="0">
            <a:spAutoFit/>
          </a:bodyPr>
          <a:lstStyle/>
          <a:p>
            <a:pPr algn="l"/>
            <a:r>
              <a:rPr lang="en-US" sz="600" dirty="0"/>
              <a:t>Writes temporarily to server</a:t>
            </a:r>
          </a:p>
        </p:txBody>
      </p:sp>
      <p:cxnSp>
        <p:nvCxnSpPr>
          <p:cNvPr id="30" name="Elbow Connector 29"/>
          <p:cNvCxnSpPr/>
          <p:nvPr/>
        </p:nvCxnSpPr>
        <p:spPr>
          <a:xfrm rot="5400000" flipH="1" flipV="1">
            <a:off x="2805821" y="3675850"/>
            <a:ext cx="696315" cy="583136"/>
          </a:xfrm>
          <a:prstGeom prst="bentConnector3">
            <a:avLst>
              <a:gd name="adj1" fmla="val 50000"/>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2167806" y="3660321"/>
            <a:ext cx="1305733" cy="257369"/>
          </a:xfrm>
          <a:prstGeom prst="rect">
            <a:avLst/>
          </a:prstGeom>
          <a:noFill/>
        </p:spPr>
        <p:txBody>
          <a:bodyPr wrap="square" lIns="36000" tIns="36000" rIns="36000" bIns="36000" rtlCol="0">
            <a:spAutoFit/>
          </a:bodyPr>
          <a:lstStyle/>
          <a:p>
            <a:pPr algn="l"/>
            <a:r>
              <a:rPr lang="en-US" sz="600" dirty="0">
                <a:solidFill>
                  <a:schemeClr val="accent1"/>
                </a:solidFill>
              </a:rPr>
              <a:t>Another Informatica job picks up data and writes to HDFS</a:t>
            </a:r>
          </a:p>
        </p:txBody>
      </p:sp>
      <p:sp>
        <p:nvSpPr>
          <p:cNvPr id="32" name="TextBox 31"/>
          <p:cNvSpPr txBox="1"/>
          <p:nvPr/>
        </p:nvSpPr>
        <p:spPr>
          <a:xfrm rot="10800000" flipV="1">
            <a:off x="3005847" y="4381314"/>
            <a:ext cx="990404" cy="303536"/>
          </a:xfrm>
          <a:prstGeom prst="rect">
            <a:avLst/>
          </a:prstGeom>
          <a:noFill/>
        </p:spPr>
        <p:txBody>
          <a:bodyPr wrap="square" lIns="36000" tIns="36000" rIns="36000" bIns="36000" rtlCol="0">
            <a:spAutoFit/>
          </a:bodyPr>
          <a:lstStyle/>
          <a:p>
            <a:pPr algn="l"/>
            <a:r>
              <a:rPr lang="en-US" sz="500" dirty="0">
                <a:solidFill>
                  <a:srgbClr val="FF0000"/>
                </a:solidFill>
              </a:rPr>
              <a:t>Legend</a:t>
            </a:r>
            <a:r>
              <a:rPr lang="en-US" sz="500" dirty="0">
                <a:solidFill>
                  <a:srgbClr val="0070C0"/>
                </a:solidFill>
              </a:rPr>
              <a:t>:</a:t>
            </a:r>
          </a:p>
          <a:p>
            <a:pPr algn="l"/>
            <a:r>
              <a:rPr lang="en-US" sz="500" dirty="0">
                <a:solidFill>
                  <a:srgbClr val="0070C0"/>
                </a:solidFill>
              </a:rPr>
              <a:t>Informatica jobs run by </a:t>
            </a:r>
          </a:p>
          <a:p>
            <a:pPr algn="l"/>
            <a:r>
              <a:rPr lang="en-US" sz="500" dirty="0">
                <a:solidFill>
                  <a:srgbClr val="0070C0"/>
                </a:solidFill>
              </a:rPr>
              <a:t>homegrown ANC scheduler</a:t>
            </a:r>
          </a:p>
        </p:txBody>
      </p:sp>
      <p:cxnSp>
        <p:nvCxnSpPr>
          <p:cNvPr id="6" name="Straight Connector 5"/>
          <p:cNvCxnSpPr>
            <a:stCxn id="27" idx="0"/>
            <a:endCxn id="27" idx="2"/>
          </p:cNvCxnSpPr>
          <p:nvPr/>
        </p:nvCxnSpPr>
        <p:spPr>
          <a:xfrm>
            <a:off x="2737854" y="3238720"/>
            <a:ext cx="0" cy="35301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1926441" y="3277561"/>
            <a:ext cx="690664" cy="318924"/>
          </a:xfrm>
          <a:prstGeom prst="rect">
            <a:avLst/>
          </a:prstGeom>
          <a:noFill/>
        </p:spPr>
        <p:txBody>
          <a:bodyPr wrap="square" lIns="36000" tIns="36000" rIns="36000" bIns="36000" rtlCol="0">
            <a:spAutoFit/>
          </a:bodyPr>
          <a:lstStyle/>
          <a:p>
            <a:pPr algn="l"/>
            <a:r>
              <a:rPr lang="en-US" sz="800" dirty="0"/>
              <a:t>Archive Area</a:t>
            </a:r>
          </a:p>
          <a:p>
            <a:pPr algn="l"/>
            <a:r>
              <a:rPr lang="en-US" sz="800" dirty="0"/>
              <a:t>(HDFS)</a:t>
            </a:r>
          </a:p>
        </p:txBody>
      </p:sp>
      <p:sp>
        <p:nvSpPr>
          <p:cNvPr id="21" name="TextBox 20"/>
          <p:cNvSpPr txBox="1"/>
          <p:nvPr/>
        </p:nvSpPr>
        <p:spPr>
          <a:xfrm>
            <a:off x="2862408" y="3293205"/>
            <a:ext cx="669227" cy="318924"/>
          </a:xfrm>
          <a:prstGeom prst="rect">
            <a:avLst/>
          </a:prstGeom>
          <a:noFill/>
        </p:spPr>
        <p:txBody>
          <a:bodyPr wrap="square" lIns="36000" tIns="36000" rIns="36000" bIns="36000" rtlCol="0">
            <a:spAutoFit/>
          </a:bodyPr>
          <a:lstStyle/>
          <a:p>
            <a:pPr algn="l"/>
            <a:r>
              <a:rPr lang="en-US" sz="800" dirty="0"/>
              <a:t>Staging Area</a:t>
            </a:r>
          </a:p>
          <a:p>
            <a:pPr algn="l"/>
            <a:r>
              <a:rPr lang="en-US" sz="800" dirty="0"/>
              <a:t>(HDFS)</a:t>
            </a:r>
          </a:p>
        </p:txBody>
      </p:sp>
      <p:cxnSp>
        <p:nvCxnSpPr>
          <p:cNvPr id="33" name="Elbow Connector 32"/>
          <p:cNvCxnSpPr/>
          <p:nvPr/>
        </p:nvCxnSpPr>
        <p:spPr>
          <a:xfrm rot="16200000" flipV="1">
            <a:off x="1997653" y="3665751"/>
            <a:ext cx="758017" cy="619485"/>
          </a:xfrm>
          <a:prstGeom prst="bentConnector3">
            <a:avLst>
              <a:gd name="adj1" fmla="val 50000"/>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67972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Recommendations:</a:t>
            </a:r>
          </a:p>
        </p:txBody>
      </p:sp>
      <p:graphicFrame>
        <p:nvGraphicFramePr>
          <p:cNvPr id="10" name="Table 9"/>
          <p:cNvGraphicFramePr>
            <a:graphicFrameLocks noGrp="1"/>
          </p:cNvGraphicFramePr>
          <p:nvPr>
            <p:extLst>
              <p:ext uri="{D42A27DB-BD31-4B8C-83A1-F6EECF244321}">
                <p14:modId xmlns:p14="http://schemas.microsoft.com/office/powerpoint/2010/main" val="1498519395"/>
              </p:ext>
            </p:extLst>
          </p:nvPr>
        </p:nvGraphicFramePr>
        <p:xfrm>
          <a:off x="339362" y="1333854"/>
          <a:ext cx="7403855" cy="3464569"/>
        </p:xfrm>
        <a:graphic>
          <a:graphicData uri="http://schemas.openxmlformats.org/drawingml/2006/table">
            <a:tbl>
              <a:tblPr firstRow="1" bandRow="1">
                <a:tableStyleId>{5C22544A-7EE6-4342-B048-85BDC9FD1C3A}</a:tableStyleId>
              </a:tblPr>
              <a:tblGrid>
                <a:gridCol w="7403855">
                  <a:extLst>
                    <a:ext uri="{9D8B030D-6E8A-4147-A177-3AD203B41FA5}">
                      <a16:colId xmlns:a16="http://schemas.microsoft.com/office/drawing/2014/main" val="20000"/>
                    </a:ext>
                  </a:extLst>
                </a:gridCol>
              </a:tblGrid>
              <a:tr h="336788">
                <a:tc>
                  <a:txBody>
                    <a:bodyPr/>
                    <a:lstStyle/>
                    <a:p>
                      <a:pPr marL="0" marR="0" lvl="1" indent="0" algn="l" defTabSz="914130" rtl="0" eaLnBrk="1" fontAlgn="auto" latinLnBrk="0" hangingPunct="1">
                        <a:lnSpc>
                          <a:spcPct val="100000"/>
                        </a:lnSpc>
                        <a:spcBef>
                          <a:spcPts val="0"/>
                        </a:spcBef>
                        <a:spcAft>
                          <a:spcPts val="0"/>
                        </a:spcAft>
                        <a:buClrTx/>
                        <a:buSzTx/>
                        <a:buFontTx/>
                        <a:buNone/>
                        <a:tabLst/>
                        <a:defRPr/>
                      </a:pPr>
                      <a:r>
                        <a:rPr lang="en-US" sz="1200" baseline="0" dirty="0">
                          <a:solidFill>
                            <a:schemeClr val="tx1"/>
                          </a:solidFill>
                          <a:latin typeface="Calibri" panose="020F0502020204030204" pitchFamily="34" charset="0"/>
                          <a:cs typeface="Calibri" panose="020F0502020204030204" pitchFamily="34" charset="0"/>
                        </a:rPr>
                        <a:t>Changes Implemented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2E7"/>
                    </a:solidFill>
                  </a:tcPr>
                </a:tc>
                <a:extLst>
                  <a:ext uri="{0D108BD9-81ED-4DB2-BD59-A6C34878D82A}">
                    <a16:rowId xmlns:a16="http://schemas.microsoft.com/office/drawing/2014/main" val="10000"/>
                  </a:ext>
                </a:extLst>
              </a:tr>
              <a:tr h="3127781">
                <a:tc>
                  <a:txBody>
                    <a:bodyPr/>
                    <a:lstStyle/>
                    <a:p>
                      <a:pPr marL="174625" marR="0" lvl="1" indent="-174625" algn="l" defTabSz="91413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dirty="0">
                          <a:latin typeface="Calibri" panose="020F0502020204030204" pitchFamily="34" charset="0"/>
                          <a:cs typeface="Calibri" panose="020F0502020204030204" pitchFamily="34" charset="0"/>
                        </a:rPr>
                        <a:t>Table changes</a:t>
                      </a:r>
                      <a:r>
                        <a:rPr lang="en-US" sz="1100" baseline="0" dirty="0">
                          <a:latin typeface="Calibri" panose="020F0502020204030204" pitchFamily="34" charset="0"/>
                          <a:cs typeface="Calibri" panose="020F0502020204030204" pitchFamily="34" charset="0"/>
                        </a:rPr>
                        <a:t> implemented: Tables were partitioned based</a:t>
                      </a:r>
                      <a:r>
                        <a:rPr lang="en-US" sz="1100" dirty="0">
                          <a:latin typeface="Calibri" panose="020F0502020204030204" pitchFamily="34" charset="0"/>
                          <a:cs typeface="Calibri" panose="020F0502020204030204" pitchFamily="34" charset="0"/>
                        </a:rPr>
                        <a:t> on Date column as </a:t>
                      </a:r>
                      <a:r>
                        <a:rPr lang="en-US" sz="1100" baseline="0" dirty="0">
                          <a:latin typeface="Calibri" panose="020F0502020204030204" pitchFamily="34" charset="0"/>
                          <a:cs typeface="Calibri" panose="020F0502020204030204" pitchFamily="34" charset="0"/>
                        </a:rPr>
                        <a:t>String data type</a:t>
                      </a:r>
                    </a:p>
                    <a:p>
                      <a:pPr marL="174625" marR="0" lvl="1" indent="-174625" algn="l" defTabSz="91413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aseline="0" dirty="0">
                          <a:latin typeface="Calibri" panose="020F0502020204030204" pitchFamily="34" charset="0"/>
                          <a:cs typeface="Calibri" panose="020F0502020204030204" pitchFamily="34" charset="0"/>
                        </a:rPr>
                        <a:t>Partition key  was added in majority of queries</a:t>
                      </a:r>
                    </a:p>
                    <a:p>
                      <a:pPr marL="174625" marR="0" lvl="1" indent="-174625" algn="l" defTabSz="91413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aseline="0" dirty="0">
                          <a:latin typeface="Calibri" panose="020F0502020204030204" pitchFamily="34" charset="0"/>
                          <a:cs typeface="Calibri" panose="020F0502020204030204" pitchFamily="34" charset="0"/>
                        </a:rPr>
                        <a:t>Original Queries remain largely unchanged; Future scope – possibility to revisit queries to break them up into smaller chunks for facilitating trace and minimization of slowdowns due to the complex nature of the queries - to improve efficiency</a:t>
                      </a:r>
                    </a:p>
                    <a:p>
                      <a:pPr marL="174625" lvl="1" indent="-174625">
                        <a:buFont typeface="Arial" panose="020B0604020202020204" pitchFamily="34" charset="0"/>
                        <a:buChar char="•"/>
                      </a:pPr>
                      <a:r>
                        <a:rPr lang="en-US" sz="1100" dirty="0">
                          <a:latin typeface="Calibri" panose="020F0502020204030204" pitchFamily="34" charset="0"/>
                          <a:cs typeface="Calibri" panose="020F0502020204030204" pitchFamily="34" charset="0"/>
                        </a:rPr>
                        <a:t>Hive &amp; </a:t>
                      </a:r>
                      <a:r>
                        <a:rPr lang="en-US" sz="1100" dirty="0" err="1">
                          <a:latin typeface="Calibri" panose="020F0502020204030204" pitchFamily="34" charset="0"/>
                          <a:cs typeface="Calibri" panose="020F0502020204030204" pitchFamily="34" charset="0"/>
                        </a:rPr>
                        <a:t>Tez</a:t>
                      </a:r>
                      <a:r>
                        <a:rPr lang="en-US" sz="1100" dirty="0">
                          <a:latin typeface="Calibri" panose="020F0502020204030204" pitchFamily="34" charset="0"/>
                          <a:cs typeface="Calibri" panose="020F0502020204030204" pitchFamily="34" charset="0"/>
                        </a:rPr>
                        <a:t> memory</a:t>
                      </a:r>
                      <a:r>
                        <a:rPr lang="en-US" sz="1100" baseline="0" dirty="0">
                          <a:latin typeface="Calibri" panose="020F0502020204030204" pitchFamily="34" charset="0"/>
                          <a:cs typeface="Calibri" panose="020F0502020204030204" pitchFamily="34" charset="0"/>
                        </a:rPr>
                        <a:t> parameters</a:t>
                      </a:r>
                      <a:r>
                        <a:rPr lang="en-US" sz="1100" dirty="0">
                          <a:latin typeface="Calibri" panose="020F0502020204030204" pitchFamily="34" charset="0"/>
                          <a:cs typeface="Calibri" panose="020F0502020204030204" pitchFamily="34" charset="0"/>
                        </a:rPr>
                        <a:t> changed</a:t>
                      </a:r>
                      <a:r>
                        <a:rPr lang="en-US" sz="1100" baseline="0" dirty="0">
                          <a:latin typeface="Calibri" panose="020F0502020204030204" pitchFamily="34" charset="0"/>
                          <a:cs typeface="Calibri" panose="020F0502020204030204" pitchFamily="34" charset="0"/>
                        </a:rPr>
                        <a:t> </a:t>
                      </a:r>
                      <a:r>
                        <a:rPr lang="en-US" sz="1100" baseline="0" dirty="0">
                          <a:solidFill>
                            <a:schemeClr val="tx1"/>
                          </a:solidFill>
                          <a:latin typeface="Calibri" panose="020F0502020204030204" pitchFamily="34" charset="0"/>
                          <a:cs typeface="Calibri" panose="020F0502020204030204" pitchFamily="34" charset="0"/>
                        </a:rPr>
                        <a:t>a</a:t>
                      </a:r>
                      <a:r>
                        <a:rPr lang="en-US" sz="1100" baseline="0" dirty="0">
                          <a:latin typeface="Calibri" panose="020F0502020204030204" pitchFamily="34" charset="0"/>
                          <a:cs typeface="Calibri" panose="020F0502020204030204" pitchFamily="34" charset="0"/>
                        </a:rPr>
                        <a:t>s below:</a:t>
                      </a:r>
                    </a:p>
                    <a:p>
                      <a:pPr marL="0" lvl="1" indent="0">
                        <a:buFont typeface="Arial" panose="020B0604020202020204" pitchFamily="34" charset="0"/>
                        <a:buNone/>
                      </a:pPr>
                      <a:endParaRPr lang="en-US" sz="1100" baseline="0" dirty="0">
                        <a:latin typeface="Calibri" panose="020F0502020204030204" pitchFamily="34" charset="0"/>
                        <a:cs typeface="Calibri" panose="020F0502020204030204" pitchFamily="34" charset="0"/>
                      </a:endParaRPr>
                    </a:p>
                    <a:p>
                      <a:pPr marL="0" lvl="1" indent="0">
                        <a:buFont typeface="Arial" panose="020B0604020202020204" pitchFamily="34" charset="0"/>
                        <a:buNone/>
                      </a:pPr>
                      <a:endParaRPr lang="en-US" sz="1100" baseline="0" dirty="0">
                        <a:latin typeface="Calibri" panose="020F0502020204030204" pitchFamily="34" charset="0"/>
                        <a:cs typeface="Calibri" panose="020F0502020204030204" pitchFamily="34" charset="0"/>
                      </a:endParaRPr>
                    </a:p>
                    <a:p>
                      <a:pPr marL="457087" lvl="2" indent="0">
                        <a:buFont typeface="+mj-lt"/>
                        <a:buNone/>
                      </a:pPr>
                      <a:endParaRPr lang="en-US" sz="1100" dirty="0">
                        <a:latin typeface="Calibri" panose="020F0502020204030204" pitchFamily="34" charset="0"/>
                        <a:cs typeface="Calibri" panose="020F0502020204030204" pitchFamily="34" charset="0"/>
                      </a:endParaRPr>
                    </a:p>
                    <a:p>
                      <a:pPr marL="0" lvl="1" indent="0">
                        <a:buFont typeface="Arial" panose="020B0604020202020204" pitchFamily="34" charset="0"/>
                        <a:buNone/>
                      </a:pPr>
                      <a:endParaRPr lang="en-US" sz="1100" dirty="0">
                        <a:latin typeface="Calibri" panose="020F0502020204030204" pitchFamily="34" charset="0"/>
                        <a:cs typeface="Calibri" panose="020F0502020204030204" pitchFamily="34" charset="0"/>
                      </a:endParaRPr>
                    </a:p>
                    <a:p>
                      <a:pPr marL="628529" lvl="1" indent="-171450">
                        <a:buFont typeface="Arial" charset="0"/>
                        <a:buChar char="•"/>
                      </a:pPr>
                      <a:endParaRPr lang="en-US" sz="1100" dirty="0">
                        <a:latin typeface="Calibri" panose="020F0502020204030204" pitchFamily="34" charset="0"/>
                        <a:cs typeface="Calibri" panose="020F0502020204030204" pitchFamily="34" charset="0"/>
                      </a:endParaRPr>
                    </a:p>
                    <a:p>
                      <a:endParaRPr lang="en-US" sz="1100" b="0" i="0" u="none" strike="noStrike" kern="1200" baseline="0" dirty="0">
                        <a:solidFill>
                          <a:schemeClr val="tx1"/>
                        </a:solidFill>
                        <a:effectLst/>
                        <a:latin typeface="Calibri" panose="020F0502020204030204" pitchFamily="34" charset="0"/>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bl>
          </a:graphicData>
        </a:graphic>
      </p:graphicFrame>
      <p:sp>
        <p:nvSpPr>
          <p:cNvPr id="12" name="TextBox 11"/>
          <p:cNvSpPr txBox="1"/>
          <p:nvPr/>
        </p:nvSpPr>
        <p:spPr>
          <a:xfrm>
            <a:off x="339361" y="1057630"/>
            <a:ext cx="7403856" cy="257369"/>
          </a:xfrm>
          <a:prstGeom prst="rect">
            <a:avLst/>
          </a:prstGeom>
          <a:solidFill>
            <a:srgbClr val="003344"/>
          </a:solidFill>
          <a:ln>
            <a:solidFill>
              <a:schemeClr val="tx1"/>
            </a:solidFill>
          </a:ln>
        </p:spPr>
        <p:txBody>
          <a:bodyPr wrap="square" lIns="36000" tIns="36000" rIns="36000" bIns="36000" rtlCol="0">
            <a:spAutoFit/>
          </a:bodyPr>
          <a:lstStyle/>
          <a:p>
            <a:pPr algn="l"/>
            <a:r>
              <a:rPr lang="en-US" sz="1200" dirty="0">
                <a:solidFill>
                  <a:schemeClr val="bg1"/>
                </a:solidFill>
              </a:rPr>
              <a:t>CDI Queries</a:t>
            </a:r>
          </a:p>
        </p:txBody>
      </p:sp>
      <p:graphicFrame>
        <p:nvGraphicFramePr>
          <p:cNvPr id="6" name="Object 5"/>
          <p:cNvGraphicFramePr>
            <a:graphicFrameLocks noChangeAspect="1"/>
          </p:cNvGraphicFramePr>
          <p:nvPr>
            <p:extLst>
              <p:ext uri="{D42A27DB-BD31-4B8C-83A1-F6EECF244321}">
                <p14:modId xmlns:p14="http://schemas.microsoft.com/office/powerpoint/2010/main" val="3888757132"/>
              </p:ext>
            </p:extLst>
          </p:nvPr>
        </p:nvGraphicFramePr>
        <p:xfrm>
          <a:off x="519521" y="2571750"/>
          <a:ext cx="5353050" cy="2105025"/>
        </p:xfrm>
        <a:graphic>
          <a:graphicData uri="http://schemas.openxmlformats.org/presentationml/2006/ole">
            <mc:AlternateContent xmlns:mc="http://schemas.openxmlformats.org/markup-compatibility/2006">
              <mc:Choice xmlns:v="urn:schemas-microsoft-com:vml" Requires="v">
                <p:oleObj spid="_x0000_s855205" name="Worksheet" r:id="rId3" imgW="5352927" imgH="2104942" progId="Excel.Sheet.12">
                  <p:embed/>
                </p:oleObj>
              </mc:Choice>
              <mc:Fallback>
                <p:oleObj name="Worksheet" r:id="rId3" imgW="5352927" imgH="2104942" progId="Excel.Sheet.12">
                  <p:embed/>
                  <p:pic>
                    <p:nvPicPr>
                      <p:cNvPr id="0" name=""/>
                      <p:cNvPicPr/>
                      <p:nvPr/>
                    </p:nvPicPr>
                    <p:blipFill>
                      <a:blip r:embed="rId4"/>
                      <a:stretch>
                        <a:fillRect/>
                      </a:stretch>
                    </p:blipFill>
                    <p:spPr>
                      <a:xfrm>
                        <a:off x="519521" y="2571750"/>
                        <a:ext cx="5353050" cy="2105025"/>
                      </a:xfrm>
                      <a:prstGeom prst="rect">
                        <a:avLst/>
                      </a:prstGeom>
                    </p:spPr>
                  </p:pic>
                </p:oleObj>
              </mc:Fallback>
            </mc:AlternateContent>
          </a:graphicData>
        </a:graphic>
      </p:graphicFrame>
    </p:spTree>
    <p:extLst>
      <p:ext uri="{BB962C8B-B14F-4D97-AF65-F5344CB8AC3E}">
        <p14:creationId xmlns:p14="http://schemas.microsoft.com/office/powerpoint/2010/main" val="3315194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361" y="241300"/>
            <a:ext cx="8389643" cy="540033"/>
          </a:xfrm>
        </p:spPr>
        <p:txBody>
          <a:bodyPr anchor="ctr"/>
          <a:lstStyle/>
          <a:p>
            <a:r>
              <a:rPr lang="en-US" dirty="0"/>
              <a:t>Query Performance - Stats</a:t>
            </a:r>
          </a:p>
        </p:txBody>
      </p:sp>
      <p:graphicFrame>
        <p:nvGraphicFramePr>
          <p:cNvPr id="10" name="Table 9"/>
          <p:cNvGraphicFramePr>
            <a:graphicFrameLocks noGrp="1"/>
          </p:cNvGraphicFramePr>
          <p:nvPr>
            <p:extLst>
              <p:ext uri="{D42A27DB-BD31-4B8C-83A1-F6EECF244321}">
                <p14:modId xmlns:p14="http://schemas.microsoft.com/office/powerpoint/2010/main" val="1228410031"/>
              </p:ext>
            </p:extLst>
          </p:nvPr>
        </p:nvGraphicFramePr>
        <p:xfrm>
          <a:off x="339361" y="1333853"/>
          <a:ext cx="7403855" cy="3637790"/>
        </p:xfrm>
        <a:graphic>
          <a:graphicData uri="http://schemas.openxmlformats.org/drawingml/2006/table">
            <a:tbl>
              <a:tblPr firstRow="1" bandRow="1">
                <a:tableStyleId>{5C22544A-7EE6-4342-B048-85BDC9FD1C3A}</a:tableStyleId>
              </a:tblPr>
              <a:tblGrid>
                <a:gridCol w="7403855">
                  <a:extLst>
                    <a:ext uri="{9D8B030D-6E8A-4147-A177-3AD203B41FA5}">
                      <a16:colId xmlns:a16="http://schemas.microsoft.com/office/drawing/2014/main" val="20000"/>
                    </a:ext>
                  </a:extLst>
                </a:gridCol>
              </a:tblGrid>
              <a:tr h="249146">
                <a:tc>
                  <a:txBody>
                    <a:bodyPr/>
                    <a:lstStyle/>
                    <a:p>
                      <a:r>
                        <a:rPr lang="en-US" sz="1200" dirty="0">
                          <a:solidFill>
                            <a:schemeClr val="tx1"/>
                          </a:solidFill>
                          <a:latin typeface="Calibri" charset="0"/>
                          <a:ea typeface="Calibri" charset="0"/>
                          <a:cs typeface="Calibri" charset="0"/>
                        </a:rPr>
                        <a:t>Results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2E7"/>
                    </a:solidFill>
                  </a:tcPr>
                </a:tc>
                <a:extLst>
                  <a:ext uri="{0D108BD9-81ED-4DB2-BD59-A6C34878D82A}">
                    <a16:rowId xmlns:a16="http://schemas.microsoft.com/office/drawing/2014/main" val="10000"/>
                  </a:ext>
                </a:extLst>
              </a:tr>
              <a:tr h="3363470">
                <a:tc>
                  <a:txBody>
                    <a:bodyPr/>
                    <a:lstStyle/>
                    <a:p>
                      <a:pPr marL="0" marR="0" indent="0" algn="l" defTabSz="914130" rtl="0" eaLnBrk="1" fontAlgn="auto" latinLnBrk="0" hangingPunct="1">
                        <a:lnSpc>
                          <a:spcPct val="100000"/>
                        </a:lnSpc>
                        <a:spcBef>
                          <a:spcPts val="0"/>
                        </a:spcBef>
                        <a:spcAft>
                          <a:spcPts val="0"/>
                        </a:spcAft>
                        <a:buClrTx/>
                        <a:buSzTx/>
                        <a:buFontTx/>
                        <a:buNone/>
                        <a:tabLst/>
                        <a:defRPr/>
                      </a:pPr>
                      <a:r>
                        <a:rPr lang="en-US" sz="1100" dirty="0">
                          <a:solidFill>
                            <a:schemeClr val="tx1"/>
                          </a:solidFill>
                          <a:latin typeface="Calibri" panose="020F0502020204030204" pitchFamily="34" charset="0"/>
                          <a:cs typeface="Calibri" panose="020F0502020204030204" pitchFamily="34" charset="0"/>
                        </a:rPr>
                        <a:t>Below is a sample of a changed query: </a:t>
                      </a:r>
                      <a:r>
                        <a:rPr lang="en-US" sz="900" b="0" kern="1200" dirty="0">
                          <a:solidFill>
                            <a:schemeClr val="dk1"/>
                          </a:solidFill>
                          <a:effectLst/>
                          <a:latin typeface="Calibri" panose="020F0502020204030204" pitchFamily="34" charset="0"/>
                          <a:ea typeface="+mn-ea"/>
                          <a:cs typeface="Calibri" panose="020F0502020204030204" pitchFamily="34" charset="0"/>
                        </a:rPr>
                        <a:t>Section of Party_address_list</a:t>
                      </a:r>
                    </a:p>
                    <a:p>
                      <a:pPr marL="0" marR="0" indent="0" algn="l" defTabSz="914130" rtl="0" eaLnBrk="1" fontAlgn="auto" latinLnBrk="0" hangingPunct="1">
                        <a:lnSpc>
                          <a:spcPct val="100000"/>
                        </a:lnSpc>
                        <a:spcBef>
                          <a:spcPts val="0"/>
                        </a:spcBef>
                        <a:spcAft>
                          <a:spcPts val="0"/>
                        </a:spcAft>
                        <a:buClrTx/>
                        <a:buSzTx/>
                        <a:buFontTx/>
                        <a:buNone/>
                        <a:tabLst/>
                        <a:defRPr/>
                      </a:pPr>
                      <a:endParaRPr lang="en-US" sz="1100" dirty="0">
                        <a:solidFill>
                          <a:schemeClr val="tx1"/>
                        </a:solidFill>
                        <a:latin typeface="Calibri" panose="020F0502020204030204" pitchFamily="34" charset="0"/>
                        <a:cs typeface="Calibri" panose="020F0502020204030204" pitchFamily="34" charset="0"/>
                      </a:endParaRPr>
                    </a:p>
                    <a:p>
                      <a:r>
                        <a:rPr lang="en-US" sz="800" kern="1200" dirty="0">
                          <a:solidFill>
                            <a:schemeClr val="dk1"/>
                          </a:solidFill>
                          <a:effectLst/>
                          <a:latin typeface="Calibri" panose="020F0502020204030204" pitchFamily="34" charset="0"/>
                          <a:ea typeface="+mn-ea"/>
                          <a:cs typeface="Calibri" panose="020F0502020204030204" pitchFamily="34" charset="0"/>
                        </a:rPr>
                        <a:t>select distinct     a.doc.body.party.partyidentifier,     a.doc.header.documentsequencenumber,</a:t>
                      </a:r>
                    </a:p>
                    <a:p>
                      <a:r>
                        <a:rPr lang="en-US" sz="800" kern="1200" dirty="0">
                          <a:solidFill>
                            <a:schemeClr val="dk1"/>
                          </a:solidFill>
                          <a:effectLst/>
                          <a:latin typeface="Calibri" panose="020F0502020204030204" pitchFamily="34" charset="0"/>
                          <a:ea typeface="+mn-ea"/>
                          <a:cs typeface="Calibri" panose="020F0502020204030204" pitchFamily="34" charset="0"/>
                        </a:rPr>
                        <a:t>cast(</a:t>
                      </a:r>
                      <a:r>
                        <a:rPr lang="en-US" sz="800" kern="1200" dirty="0" err="1">
                          <a:solidFill>
                            <a:schemeClr val="dk1"/>
                          </a:solidFill>
                          <a:effectLst/>
                          <a:latin typeface="Calibri" panose="020F0502020204030204" pitchFamily="34" charset="0"/>
                          <a:ea typeface="+mn-ea"/>
                          <a:cs typeface="Calibri" panose="020F0502020204030204" pitchFamily="34" charset="0"/>
                        </a:rPr>
                        <a:t>a.doc.header.eventdatetime</a:t>
                      </a:r>
                      <a:r>
                        <a:rPr lang="en-US" sz="800" kern="1200" dirty="0">
                          <a:solidFill>
                            <a:schemeClr val="dk1"/>
                          </a:solidFill>
                          <a:effectLst/>
                          <a:latin typeface="Calibri" panose="020F0502020204030204" pitchFamily="34" charset="0"/>
                          <a:ea typeface="+mn-ea"/>
                          <a:cs typeface="Calibri" panose="020F0502020204030204" pitchFamily="34" charset="0"/>
                        </a:rPr>
                        <a:t> as timestamp)  as eventdatetime ………</a:t>
                      </a:r>
                    </a:p>
                    <a:p>
                      <a:r>
                        <a:rPr lang="en-US" sz="800" kern="1200" dirty="0">
                          <a:solidFill>
                            <a:schemeClr val="dk1"/>
                          </a:solidFill>
                          <a:effectLst/>
                          <a:latin typeface="Calibri" panose="020F0502020204030204" pitchFamily="34" charset="0"/>
                          <a:ea typeface="+mn-ea"/>
                          <a:cs typeface="Calibri" panose="020F0502020204030204" pitchFamily="34" charset="0"/>
                        </a:rPr>
                        <a:t>from db1.a1_master_party_stg  a</a:t>
                      </a:r>
                    </a:p>
                    <a:p>
                      <a:r>
                        <a:rPr lang="en-US" sz="800" kern="1200" dirty="0">
                          <a:solidFill>
                            <a:schemeClr val="dk1"/>
                          </a:solidFill>
                          <a:effectLst/>
                          <a:latin typeface="Calibri" panose="020F0502020204030204" pitchFamily="34" charset="0"/>
                          <a:ea typeface="+mn-ea"/>
                          <a:cs typeface="Calibri" panose="020F0502020204030204" pitchFamily="34" charset="0"/>
                        </a:rPr>
                        <a:t>inner join db1.a1_party_address_crrnt_v  p   </a:t>
                      </a:r>
                      <a:r>
                        <a:rPr lang="en-US" sz="800" b="0" kern="1200" dirty="0">
                          <a:solidFill>
                            <a:schemeClr val="dk1"/>
                          </a:solidFill>
                          <a:effectLst/>
                          <a:latin typeface="Calibri" panose="020F0502020204030204" pitchFamily="34" charset="0"/>
                          <a:ea typeface="+mn-ea"/>
                          <a:cs typeface="Calibri" panose="020F0502020204030204" pitchFamily="34" charset="0"/>
                        </a:rPr>
                        <a:t>on a.doc.body.party.partyidentifier = p.id </a:t>
                      </a:r>
                    </a:p>
                    <a:p>
                      <a:r>
                        <a:rPr lang="en-US" sz="800" kern="1200" dirty="0">
                          <a:solidFill>
                            <a:schemeClr val="dk1"/>
                          </a:solidFill>
                          <a:effectLst/>
                          <a:latin typeface="Calibri" panose="020F0502020204030204" pitchFamily="34" charset="0"/>
                          <a:ea typeface="+mn-ea"/>
                          <a:cs typeface="Calibri" panose="020F0502020204030204" pitchFamily="34" charset="0"/>
                        </a:rPr>
                        <a:t>  and  p.eventdate= TO_DATE(</a:t>
                      </a:r>
                      <a:r>
                        <a:rPr lang="en-US" sz="800" kern="1200" dirty="0" err="1">
                          <a:solidFill>
                            <a:schemeClr val="dk1"/>
                          </a:solidFill>
                          <a:effectLst/>
                          <a:latin typeface="Calibri" panose="020F0502020204030204" pitchFamily="34" charset="0"/>
                          <a:ea typeface="+mn-ea"/>
                          <a:cs typeface="Calibri" panose="020F0502020204030204" pitchFamily="34" charset="0"/>
                        </a:rPr>
                        <a:t>a.doc.header.eventdatetime</a:t>
                      </a:r>
                      <a:r>
                        <a:rPr lang="en-US" sz="800" kern="1200" dirty="0">
                          <a:solidFill>
                            <a:schemeClr val="dk1"/>
                          </a:solidFill>
                          <a:effectLst/>
                          <a:latin typeface="Calibri" panose="020F0502020204030204" pitchFamily="34" charset="0"/>
                          <a:ea typeface="+mn-ea"/>
                          <a:cs typeface="Calibri" panose="020F0502020204030204" pitchFamily="34" charset="0"/>
                        </a:rPr>
                        <a:t>)</a:t>
                      </a:r>
                    </a:p>
                    <a:p>
                      <a:r>
                        <a:rPr lang="en-US" sz="800" kern="1200" dirty="0">
                          <a:solidFill>
                            <a:schemeClr val="dk1"/>
                          </a:solidFill>
                          <a:effectLst/>
                          <a:latin typeface="Calibri" panose="020F0502020204030204" pitchFamily="34" charset="0"/>
                          <a:ea typeface="+mn-ea"/>
                          <a:cs typeface="Calibri" panose="020F0502020204030204" pitchFamily="34" charset="0"/>
                        </a:rPr>
                        <a:t>left outer join</a:t>
                      </a:r>
                      <a:r>
                        <a:rPr lang="en-US" sz="800" kern="1200" baseline="0" dirty="0">
                          <a:solidFill>
                            <a:schemeClr val="dk1"/>
                          </a:solidFill>
                          <a:effectLst/>
                          <a:latin typeface="Calibri" panose="020F0502020204030204" pitchFamily="34" charset="0"/>
                          <a:ea typeface="+mn-ea"/>
                          <a:cs typeface="Calibri" panose="020F0502020204030204" pitchFamily="34" charset="0"/>
                        </a:rPr>
                        <a:t> db1</a:t>
                      </a:r>
                      <a:r>
                        <a:rPr lang="en-US" sz="800" kern="1200" dirty="0">
                          <a:solidFill>
                            <a:schemeClr val="dk1"/>
                          </a:solidFill>
                          <a:effectLst/>
                          <a:latin typeface="Calibri" panose="020F0502020204030204" pitchFamily="34" charset="0"/>
                          <a:ea typeface="+mn-ea"/>
                          <a:cs typeface="Calibri" panose="020F0502020204030204" pitchFamily="34" charset="0"/>
                        </a:rPr>
                        <a:t>.a2_dte_part_party_person pp     </a:t>
                      </a:r>
                      <a:r>
                        <a:rPr lang="en-US" sz="800" b="0" kern="1200" dirty="0">
                          <a:solidFill>
                            <a:schemeClr val="dk1"/>
                          </a:solidFill>
                          <a:effectLst/>
                          <a:latin typeface="Calibri" panose="020F0502020204030204" pitchFamily="34" charset="0"/>
                          <a:ea typeface="+mn-ea"/>
                          <a:cs typeface="Calibri" panose="020F0502020204030204" pitchFamily="34" charset="0"/>
                        </a:rPr>
                        <a:t>on  pp.eventdate= TO_DATE(</a:t>
                      </a:r>
                      <a:r>
                        <a:rPr lang="en-US" sz="800" b="0" kern="1200" dirty="0" err="1">
                          <a:solidFill>
                            <a:schemeClr val="dk1"/>
                          </a:solidFill>
                          <a:effectLst/>
                          <a:latin typeface="Calibri" panose="020F0502020204030204" pitchFamily="34" charset="0"/>
                          <a:ea typeface="+mn-ea"/>
                          <a:cs typeface="Calibri" panose="020F0502020204030204" pitchFamily="34" charset="0"/>
                        </a:rPr>
                        <a:t>a.doc.header.eventdatetime</a:t>
                      </a:r>
                      <a:r>
                        <a:rPr lang="en-US" sz="800" b="0" kern="1200" dirty="0">
                          <a:solidFill>
                            <a:schemeClr val="dk1"/>
                          </a:solidFill>
                          <a:effectLst/>
                          <a:latin typeface="Calibri" panose="020F0502020204030204" pitchFamily="34" charset="0"/>
                          <a:ea typeface="+mn-ea"/>
                          <a:cs typeface="Calibri" panose="020F0502020204030204" pitchFamily="34" charset="0"/>
                        </a:rPr>
                        <a:t>)  </a:t>
                      </a:r>
                    </a:p>
                    <a:p>
                      <a:r>
                        <a:rPr lang="en-US" sz="800" kern="1200" dirty="0">
                          <a:solidFill>
                            <a:schemeClr val="dk1"/>
                          </a:solidFill>
                          <a:effectLst/>
                          <a:latin typeface="Calibri" panose="020F0502020204030204" pitchFamily="34" charset="0"/>
                          <a:ea typeface="+mn-ea"/>
                          <a:cs typeface="Calibri" panose="020F0502020204030204" pitchFamily="34" charset="0"/>
                        </a:rPr>
                        <a:t>   and  pp.id = cast(a.doc.body.party.partyidentifier as bigint)     and  pp.documentsequencenumber =  a.doc.header.documentsequencenumber </a:t>
                      </a:r>
                    </a:p>
                    <a:p>
                      <a:r>
                        <a:rPr lang="en-US" sz="800" kern="1200" dirty="0">
                          <a:solidFill>
                            <a:schemeClr val="dk1"/>
                          </a:solidFill>
                          <a:effectLst/>
                          <a:latin typeface="Calibri" panose="020F0502020204030204" pitchFamily="34" charset="0"/>
                          <a:ea typeface="+mn-ea"/>
                          <a:cs typeface="Calibri" panose="020F0502020204030204" pitchFamily="34" charset="0"/>
                        </a:rPr>
                        <a:t>where cast(a.doc.body.party.partyidentifier as bigint) is not null</a:t>
                      </a:r>
                    </a:p>
                    <a:p>
                      <a:r>
                        <a:rPr lang="en-US" sz="800" kern="1200" dirty="0">
                          <a:solidFill>
                            <a:schemeClr val="dk1"/>
                          </a:solidFill>
                          <a:effectLst/>
                          <a:latin typeface="Calibri" panose="020F0502020204030204" pitchFamily="34" charset="0"/>
                          <a:ea typeface="+mn-ea"/>
                          <a:cs typeface="Calibri" panose="020F0502020204030204" pitchFamily="34" charset="0"/>
                        </a:rPr>
                        <a:t>  and TO_DATE(</a:t>
                      </a:r>
                      <a:r>
                        <a:rPr lang="en-US" sz="800" kern="1200" dirty="0" err="1">
                          <a:solidFill>
                            <a:schemeClr val="dk1"/>
                          </a:solidFill>
                          <a:effectLst/>
                          <a:latin typeface="Calibri" panose="020F0502020204030204" pitchFamily="34" charset="0"/>
                          <a:ea typeface="+mn-ea"/>
                          <a:cs typeface="Calibri" panose="020F0502020204030204" pitchFamily="34" charset="0"/>
                        </a:rPr>
                        <a:t>a.doc.header.eventdatetime</a:t>
                      </a:r>
                      <a:r>
                        <a:rPr lang="en-US" sz="800" kern="1200" dirty="0">
                          <a:solidFill>
                            <a:schemeClr val="dk1"/>
                          </a:solidFill>
                          <a:effectLst/>
                          <a:latin typeface="Calibri" panose="020F0502020204030204" pitchFamily="34" charset="0"/>
                          <a:ea typeface="+mn-ea"/>
                          <a:cs typeface="Calibri" panose="020F0502020204030204" pitchFamily="34" charset="0"/>
                        </a:rPr>
                        <a:t>)='2017-02-02' and pp.id is null</a:t>
                      </a:r>
                    </a:p>
                    <a:p>
                      <a:endParaRPr lang="en-US" sz="800" kern="1200" dirty="0">
                        <a:solidFill>
                          <a:schemeClr val="dk1"/>
                        </a:solidFill>
                        <a:effectLst/>
                        <a:latin typeface="Calibri" panose="020F0502020204030204" pitchFamily="34" charset="0"/>
                        <a:ea typeface="+mn-ea"/>
                        <a:cs typeface="Calibri" panose="020F0502020204030204" pitchFamily="34" charset="0"/>
                      </a:endParaRPr>
                    </a:p>
                    <a:p>
                      <a:pPr marL="0" marR="0" lvl="0" indent="0" algn="l" defTabSz="91413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prstClr val="black"/>
                          </a:solidFill>
                          <a:effectLst/>
                          <a:uLnTx/>
                          <a:uFillTx/>
                          <a:latin typeface="Calibri" panose="020F0502020204030204" pitchFamily="34" charset="0"/>
                          <a:ea typeface="+mn-ea"/>
                          <a:cs typeface="Calibri" panose="020F0502020204030204" pitchFamily="34" charset="0"/>
                        </a:rPr>
                        <a:t>Below are the stats from the execution of each query after making recommended changes to the existing Delete scripts.</a:t>
                      </a:r>
                    </a:p>
                    <a:p>
                      <a:r>
                        <a:rPr lang="en-US" sz="1800" kern="1200" dirty="0">
                          <a:solidFill>
                            <a:schemeClr val="dk1"/>
                          </a:solidFill>
                          <a:effectLst/>
                          <a:latin typeface="+mn-lt"/>
                          <a:ea typeface="+mn-ea"/>
                          <a:cs typeface="+mn-cs"/>
                        </a:rPr>
                        <a:t> </a:t>
                      </a:r>
                    </a:p>
                    <a:p>
                      <a:r>
                        <a:rPr lang="en-US" sz="1800" kern="1200" dirty="0">
                          <a:solidFill>
                            <a:schemeClr val="dk1"/>
                          </a:solidFill>
                          <a:effectLst/>
                          <a:latin typeface="+mn-lt"/>
                          <a:ea typeface="+mn-ea"/>
                          <a:cs typeface="+mn-cs"/>
                        </a:rPr>
                        <a:t> </a:t>
                      </a:r>
                    </a:p>
                    <a:p>
                      <a:pPr marL="0" marR="0" indent="0" algn="l" defTabSz="914130" rtl="0" eaLnBrk="1" fontAlgn="auto" latinLnBrk="0" hangingPunct="1">
                        <a:lnSpc>
                          <a:spcPct val="100000"/>
                        </a:lnSpc>
                        <a:spcBef>
                          <a:spcPts val="0"/>
                        </a:spcBef>
                        <a:spcAft>
                          <a:spcPts val="0"/>
                        </a:spcAft>
                        <a:buClrTx/>
                        <a:buSzTx/>
                        <a:buFontTx/>
                        <a:buNone/>
                        <a:tabLst/>
                        <a:defRPr/>
                      </a:pPr>
                      <a:endParaRPr lang="en-US" sz="1100" dirty="0">
                        <a:solidFill>
                          <a:schemeClr val="tx1"/>
                        </a:solidFill>
                        <a:latin typeface="Calibri" panose="020F0502020204030204" pitchFamily="34" charset="0"/>
                        <a:cs typeface="Calibri" panose="020F0502020204030204" pitchFamily="34" charset="0"/>
                      </a:endParaRPr>
                    </a:p>
                    <a:p>
                      <a:pPr marL="0" marR="0" indent="0" algn="l" defTabSz="914130" rtl="0" eaLnBrk="1" fontAlgn="auto" latinLnBrk="0" hangingPunct="1">
                        <a:lnSpc>
                          <a:spcPct val="100000"/>
                        </a:lnSpc>
                        <a:spcBef>
                          <a:spcPts val="0"/>
                        </a:spcBef>
                        <a:spcAft>
                          <a:spcPts val="0"/>
                        </a:spcAft>
                        <a:buClrTx/>
                        <a:buSzTx/>
                        <a:buFontTx/>
                        <a:buNone/>
                        <a:tabLst/>
                        <a:defRPr/>
                      </a:pPr>
                      <a:endParaRPr lang="en-US" sz="1100" dirty="0">
                        <a:solidFill>
                          <a:schemeClr val="tx1"/>
                        </a:solidFill>
                        <a:latin typeface="Calibri" panose="020F0502020204030204" pitchFamily="34" charset="0"/>
                        <a:cs typeface="Calibri" panose="020F0502020204030204" pitchFamily="34" charset="0"/>
                      </a:endParaRPr>
                    </a:p>
                    <a:p>
                      <a:pPr marL="0" marR="0" indent="0" algn="l" defTabSz="914130" rtl="0" eaLnBrk="1" fontAlgn="auto" latinLnBrk="0" hangingPunct="1">
                        <a:lnSpc>
                          <a:spcPct val="100000"/>
                        </a:lnSpc>
                        <a:spcBef>
                          <a:spcPts val="0"/>
                        </a:spcBef>
                        <a:spcAft>
                          <a:spcPts val="0"/>
                        </a:spcAft>
                        <a:buClrTx/>
                        <a:buSzTx/>
                        <a:buFontTx/>
                        <a:buNone/>
                        <a:tabLst/>
                        <a:defRPr/>
                      </a:pPr>
                      <a:endParaRPr lang="en-US" sz="1100" dirty="0">
                        <a:solidFill>
                          <a:schemeClr val="tx1"/>
                        </a:solidFill>
                        <a:latin typeface="Calibri" panose="020F0502020204030204" pitchFamily="34" charset="0"/>
                        <a:cs typeface="Calibri" panose="020F0502020204030204" pitchFamily="34" charset="0"/>
                      </a:endParaRPr>
                    </a:p>
                    <a:p>
                      <a:pPr marL="0" marR="0" indent="0" algn="l" defTabSz="914130" rtl="0" eaLnBrk="1" fontAlgn="auto" latinLnBrk="0" hangingPunct="1">
                        <a:lnSpc>
                          <a:spcPct val="100000"/>
                        </a:lnSpc>
                        <a:spcBef>
                          <a:spcPts val="0"/>
                        </a:spcBef>
                        <a:spcAft>
                          <a:spcPts val="0"/>
                        </a:spcAft>
                        <a:buClrTx/>
                        <a:buSzTx/>
                        <a:buFontTx/>
                        <a:buNone/>
                        <a:tabLst/>
                        <a:defRPr/>
                      </a:pPr>
                      <a:endParaRPr lang="en-US" sz="1100" dirty="0">
                        <a:solidFill>
                          <a:schemeClr val="tx1"/>
                        </a:solidFill>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10001"/>
                  </a:ext>
                </a:extLst>
              </a:tr>
            </a:tbl>
          </a:graphicData>
        </a:graphic>
      </p:graphicFrame>
      <p:sp>
        <p:nvSpPr>
          <p:cNvPr id="12" name="TextBox 11"/>
          <p:cNvSpPr txBox="1"/>
          <p:nvPr/>
        </p:nvSpPr>
        <p:spPr>
          <a:xfrm>
            <a:off x="339361" y="1057630"/>
            <a:ext cx="7403856" cy="257369"/>
          </a:xfrm>
          <a:prstGeom prst="rect">
            <a:avLst/>
          </a:prstGeom>
          <a:solidFill>
            <a:srgbClr val="003344"/>
          </a:solidFill>
          <a:ln>
            <a:solidFill>
              <a:schemeClr val="tx1"/>
            </a:solidFill>
          </a:ln>
        </p:spPr>
        <p:txBody>
          <a:bodyPr wrap="square" lIns="36000" tIns="36000" rIns="36000" bIns="36000" rtlCol="0" anchor="ctr">
            <a:spAutoFit/>
          </a:bodyPr>
          <a:lstStyle/>
          <a:p>
            <a:pPr algn="l"/>
            <a:r>
              <a:rPr lang="en-US" sz="1200" dirty="0">
                <a:solidFill>
                  <a:schemeClr val="bg1"/>
                </a:solidFill>
              </a:rPr>
              <a:t>CDI Queries</a:t>
            </a:r>
          </a:p>
        </p:txBody>
      </p:sp>
      <p:graphicFrame>
        <p:nvGraphicFramePr>
          <p:cNvPr id="3" name="Object 2"/>
          <p:cNvGraphicFramePr>
            <a:graphicFrameLocks noChangeAspect="1"/>
          </p:cNvGraphicFramePr>
          <p:nvPr>
            <p:extLst>
              <p:ext uri="{D42A27DB-BD31-4B8C-83A1-F6EECF244321}">
                <p14:modId xmlns:p14="http://schemas.microsoft.com/office/powerpoint/2010/main" val="3889088098"/>
              </p:ext>
            </p:extLst>
          </p:nvPr>
        </p:nvGraphicFramePr>
        <p:xfrm>
          <a:off x="452573" y="3488503"/>
          <a:ext cx="4128136" cy="1392390"/>
        </p:xfrm>
        <a:graphic>
          <a:graphicData uri="http://schemas.openxmlformats.org/presentationml/2006/ole">
            <mc:AlternateContent xmlns:mc="http://schemas.openxmlformats.org/markup-compatibility/2006">
              <mc:Choice xmlns:v="urn:schemas-microsoft-com:vml" Requires="v">
                <p:oleObj spid="_x0000_s856226" name="Worksheet" r:id="rId3" imgW="5086226" imgH="1533493" progId="Excel.Sheet.12">
                  <p:embed/>
                </p:oleObj>
              </mc:Choice>
              <mc:Fallback>
                <p:oleObj name="Worksheet" r:id="rId3" imgW="5086226" imgH="1533493" progId="Excel.Sheet.12">
                  <p:embed/>
                  <p:pic>
                    <p:nvPicPr>
                      <p:cNvPr id="0" name=""/>
                      <p:cNvPicPr/>
                      <p:nvPr/>
                    </p:nvPicPr>
                    <p:blipFill>
                      <a:blip r:embed="rId4"/>
                      <a:stretch>
                        <a:fillRect/>
                      </a:stretch>
                    </p:blipFill>
                    <p:spPr>
                      <a:xfrm>
                        <a:off x="452573" y="3488503"/>
                        <a:ext cx="4128136" cy="1392390"/>
                      </a:xfrm>
                      <a:prstGeom prst="rect">
                        <a:avLst/>
                      </a:prstGeom>
                    </p:spPr>
                  </p:pic>
                </p:oleObj>
              </mc:Fallback>
            </mc:AlternateContent>
          </a:graphicData>
        </a:graphic>
      </p:graphicFrame>
    </p:spTree>
    <p:extLst>
      <p:ext uri="{BB962C8B-B14F-4D97-AF65-F5344CB8AC3E}">
        <p14:creationId xmlns:p14="http://schemas.microsoft.com/office/powerpoint/2010/main" val="8660478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Practices:</a:t>
            </a:r>
          </a:p>
        </p:txBody>
      </p:sp>
      <p:graphicFrame>
        <p:nvGraphicFramePr>
          <p:cNvPr id="10" name="Table 9"/>
          <p:cNvGraphicFramePr>
            <a:graphicFrameLocks noGrp="1"/>
          </p:cNvGraphicFramePr>
          <p:nvPr>
            <p:extLst>
              <p:ext uri="{D42A27DB-BD31-4B8C-83A1-F6EECF244321}">
                <p14:modId xmlns:p14="http://schemas.microsoft.com/office/powerpoint/2010/main" val="471926904"/>
              </p:ext>
            </p:extLst>
          </p:nvPr>
        </p:nvGraphicFramePr>
        <p:xfrm>
          <a:off x="339362" y="1333853"/>
          <a:ext cx="7403855" cy="3455861"/>
        </p:xfrm>
        <a:graphic>
          <a:graphicData uri="http://schemas.openxmlformats.org/drawingml/2006/table">
            <a:tbl>
              <a:tblPr firstRow="1" bandRow="1">
                <a:tableStyleId>{5C22544A-7EE6-4342-B048-85BDC9FD1C3A}</a:tableStyleId>
              </a:tblPr>
              <a:tblGrid>
                <a:gridCol w="7403855">
                  <a:extLst>
                    <a:ext uri="{9D8B030D-6E8A-4147-A177-3AD203B41FA5}">
                      <a16:colId xmlns:a16="http://schemas.microsoft.com/office/drawing/2014/main" val="20000"/>
                    </a:ext>
                  </a:extLst>
                </a:gridCol>
              </a:tblGrid>
              <a:tr h="439288">
                <a:tc>
                  <a:txBody>
                    <a:bodyPr/>
                    <a:lstStyle/>
                    <a:p>
                      <a:r>
                        <a:rPr lang="en-US" sz="1200" kern="1200" baseline="0" dirty="0">
                          <a:solidFill>
                            <a:schemeClr val="dk1"/>
                          </a:solidFill>
                          <a:effectLst/>
                          <a:latin typeface="Calibri" panose="020F0502020204030204" pitchFamily="34" charset="0"/>
                          <a:ea typeface="+mn-ea"/>
                          <a:cs typeface="Calibri" panose="020F0502020204030204" pitchFamily="34" charset="0"/>
                        </a:rPr>
                        <a:t>Best Practices</a:t>
                      </a:r>
                      <a:endParaRPr lang="en-US" sz="1200" dirty="0">
                        <a:solidFill>
                          <a:schemeClr val="tx1"/>
                        </a:solidFill>
                        <a:latin typeface="Calibri"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2E7"/>
                    </a:solidFill>
                  </a:tcPr>
                </a:tc>
                <a:extLst>
                  <a:ext uri="{0D108BD9-81ED-4DB2-BD59-A6C34878D82A}">
                    <a16:rowId xmlns:a16="http://schemas.microsoft.com/office/drawing/2014/main" val="10000"/>
                  </a:ext>
                </a:extLst>
              </a:tr>
              <a:tr h="3016573">
                <a:tc>
                  <a:txBody>
                    <a:bodyPr/>
                    <a:lstStyle/>
                    <a:p>
                      <a:pPr lvl="0"/>
                      <a:r>
                        <a:rPr lang="en-US" sz="1100" kern="1200" dirty="0">
                          <a:solidFill>
                            <a:schemeClr val="dk1"/>
                          </a:solidFill>
                          <a:effectLst/>
                          <a:latin typeface="Calibri" panose="020F0502020204030204" pitchFamily="34" charset="0"/>
                          <a:ea typeface="+mn-ea"/>
                          <a:cs typeface="Calibri" panose="020F0502020204030204" pitchFamily="34" charset="0"/>
                        </a:rPr>
                        <a:t>Below</a:t>
                      </a:r>
                      <a:r>
                        <a:rPr lang="en-US" sz="1100" kern="1200" baseline="0" dirty="0">
                          <a:solidFill>
                            <a:schemeClr val="dk1"/>
                          </a:solidFill>
                          <a:effectLst/>
                          <a:latin typeface="Calibri" panose="020F0502020204030204" pitchFamily="34" charset="0"/>
                          <a:ea typeface="+mn-ea"/>
                          <a:cs typeface="Calibri" panose="020F0502020204030204" pitchFamily="34" charset="0"/>
                        </a:rPr>
                        <a:t> are Best Practices to run Hive queries. </a:t>
                      </a:r>
                      <a:r>
                        <a:rPr lang="en-US" sz="1100" kern="1200" baseline="0" dirty="0">
                          <a:solidFill>
                            <a:srgbClr val="00B050"/>
                          </a:solidFill>
                          <a:effectLst/>
                          <a:latin typeface="Calibri" panose="020F0502020204030204" pitchFamily="34" charset="0"/>
                          <a:ea typeface="+mn-ea"/>
                          <a:cs typeface="Calibri" panose="020F0502020204030204" pitchFamily="34" charset="0"/>
                        </a:rPr>
                        <a:t>These are all implemented in test environment.</a:t>
                      </a:r>
                    </a:p>
                    <a:p>
                      <a:pPr marL="171450" lvl="0" indent="-171450">
                        <a:buFont typeface="Arial" panose="020B0604020202020204" pitchFamily="34" charset="0"/>
                        <a:buChar char="•"/>
                      </a:pPr>
                      <a:r>
                        <a:rPr lang="en-US" sz="1100" b="0" kern="1200" dirty="0">
                          <a:solidFill>
                            <a:schemeClr val="dk1"/>
                          </a:solidFill>
                          <a:effectLst/>
                          <a:latin typeface="Calibri" panose="020F0502020204030204" pitchFamily="34" charset="0"/>
                          <a:ea typeface="+mn-ea"/>
                          <a:cs typeface="Calibri" panose="020F0502020204030204" pitchFamily="34" charset="0"/>
                        </a:rPr>
                        <a:t>Partition</a:t>
                      </a:r>
                      <a:r>
                        <a:rPr lang="en-US" sz="1100" b="0" kern="1200" baseline="0" dirty="0">
                          <a:solidFill>
                            <a:schemeClr val="dk1"/>
                          </a:solidFill>
                          <a:effectLst/>
                          <a:latin typeface="Calibri" panose="020F0502020204030204" pitchFamily="34" charset="0"/>
                          <a:ea typeface="+mn-ea"/>
                          <a:cs typeface="Calibri" panose="020F0502020204030204" pitchFamily="34" charset="0"/>
                        </a:rPr>
                        <a:t> Hive </a:t>
                      </a:r>
                      <a:r>
                        <a:rPr lang="en-US" sz="1100" b="0" kern="1200" dirty="0">
                          <a:solidFill>
                            <a:schemeClr val="dk1"/>
                          </a:solidFill>
                          <a:effectLst/>
                          <a:latin typeface="Calibri" panose="020F0502020204030204" pitchFamily="34" charset="0"/>
                          <a:ea typeface="+mn-ea"/>
                          <a:cs typeface="Calibri" panose="020F0502020204030204" pitchFamily="34" charset="0"/>
                        </a:rPr>
                        <a:t>Tables as possible.</a:t>
                      </a:r>
                      <a:r>
                        <a:rPr lang="en-US" sz="1100" b="0" kern="1200" baseline="0" dirty="0">
                          <a:solidFill>
                            <a:schemeClr val="dk1"/>
                          </a:solidFill>
                          <a:effectLst/>
                          <a:latin typeface="Calibri" panose="020F0502020204030204" pitchFamily="34" charset="0"/>
                          <a:ea typeface="+mn-ea"/>
                          <a:cs typeface="Calibri" panose="020F0502020204030204" pitchFamily="34" charset="0"/>
                        </a:rPr>
                        <a:t> I</a:t>
                      </a:r>
                      <a:r>
                        <a:rPr lang="en-US" sz="1100" kern="1200" dirty="0">
                          <a:solidFill>
                            <a:schemeClr val="dk1"/>
                          </a:solidFill>
                          <a:effectLst/>
                          <a:latin typeface="Calibri" panose="020F0502020204030204" pitchFamily="34" charset="0"/>
                          <a:ea typeface="+mn-ea"/>
                          <a:cs typeface="Calibri" panose="020F0502020204030204" pitchFamily="34" charset="0"/>
                        </a:rPr>
                        <a:t>t is </a:t>
                      </a:r>
                      <a:r>
                        <a:rPr lang="en-US" sz="1100" b="0" i="0" kern="1200" dirty="0">
                          <a:solidFill>
                            <a:schemeClr val="dk1"/>
                          </a:solidFill>
                          <a:effectLst/>
                          <a:latin typeface="Calibri" panose="020F0502020204030204" pitchFamily="34" charset="0"/>
                          <a:ea typeface="+mn-ea"/>
                          <a:cs typeface="Calibri" panose="020F0502020204030204" pitchFamily="34" charset="0"/>
                        </a:rPr>
                        <a:t>a way to improve query performance on large tables by limiting the amount of data to be read</a:t>
                      </a:r>
                      <a:r>
                        <a:rPr lang="en-US" sz="1100" b="0" i="0" kern="1200" baseline="0" dirty="0">
                          <a:solidFill>
                            <a:schemeClr val="dk1"/>
                          </a:solidFill>
                          <a:effectLst/>
                          <a:latin typeface="Calibri" panose="020F0502020204030204" pitchFamily="34" charset="0"/>
                          <a:ea typeface="+mn-ea"/>
                          <a:cs typeface="Calibri" panose="020F0502020204030204" pitchFamily="34" charset="0"/>
                        </a:rPr>
                        <a:t> by the query</a:t>
                      </a:r>
                    </a:p>
                    <a:p>
                      <a:pPr marL="171450" lvl="0" indent="-171450">
                        <a:buFont typeface="Arial" panose="020B0604020202020204" pitchFamily="34" charset="0"/>
                        <a:buChar char="•"/>
                      </a:pPr>
                      <a:r>
                        <a:rPr lang="en-US" sz="1100" kern="1200" dirty="0">
                          <a:solidFill>
                            <a:schemeClr val="dk1"/>
                          </a:solidFill>
                          <a:effectLst/>
                          <a:latin typeface="Calibri" panose="020F0502020204030204" pitchFamily="34" charset="0"/>
                          <a:ea typeface="+mn-ea"/>
                          <a:cs typeface="Calibri" panose="020F0502020204030204" pitchFamily="34" charset="0"/>
                        </a:rPr>
                        <a:t>Avoid functions in Join criteria - the function value has to be evaluated for each row of data to determine if it matches the criteria, so table-scans on large datasets would be costly. </a:t>
                      </a:r>
                    </a:p>
                    <a:p>
                      <a:pPr marL="171450" lvl="0" indent="-171450">
                        <a:buFont typeface="Arial" panose="020B0604020202020204" pitchFamily="34" charset="0"/>
                        <a:buChar char="•"/>
                      </a:pPr>
                      <a:r>
                        <a:rPr lang="en-US" sz="1100" b="0" kern="1200" dirty="0">
                          <a:solidFill>
                            <a:schemeClr val="dk1"/>
                          </a:solidFill>
                          <a:effectLst/>
                          <a:latin typeface="Calibri" panose="020F0502020204030204" pitchFamily="34" charset="0"/>
                          <a:ea typeface="+mn-ea"/>
                          <a:cs typeface="Calibri" panose="020F0502020204030204" pitchFamily="34" charset="0"/>
                        </a:rPr>
                        <a:t>Use</a:t>
                      </a:r>
                      <a:r>
                        <a:rPr lang="en-US" sz="1100" b="1" kern="1200" baseline="0" dirty="0">
                          <a:solidFill>
                            <a:schemeClr val="dk1"/>
                          </a:solidFill>
                          <a:effectLst/>
                          <a:latin typeface="Calibri" panose="020F0502020204030204" pitchFamily="34" charset="0"/>
                          <a:ea typeface="+mn-ea"/>
                          <a:cs typeface="Calibri" panose="020F0502020204030204" pitchFamily="34" charset="0"/>
                        </a:rPr>
                        <a:t> </a:t>
                      </a:r>
                      <a:r>
                        <a:rPr lang="en-US" sz="1100" b="1" kern="1200" dirty="0" err="1">
                          <a:solidFill>
                            <a:schemeClr val="dk1"/>
                          </a:solidFill>
                          <a:effectLst/>
                          <a:latin typeface="Calibri" panose="020F0502020204030204" pitchFamily="34" charset="0"/>
                          <a:ea typeface="+mn-ea"/>
                          <a:cs typeface="Calibri" panose="020F0502020204030204" pitchFamily="34" charset="0"/>
                        </a:rPr>
                        <a:t>Tez</a:t>
                      </a:r>
                      <a:r>
                        <a:rPr lang="en-US" sz="1100" kern="1200" dirty="0">
                          <a:solidFill>
                            <a:schemeClr val="dk1"/>
                          </a:solidFill>
                          <a:effectLst/>
                          <a:latin typeface="Calibri" panose="020F0502020204030204" pitchFamily="34" charset="0"/>
                          <a:ea typeface="+mn-ea"/>
                          <a:cs typeface="Calibri" panose="020F0502020204030204" pitchFamily="34" charset="0"/>
                        </a:rPr>
                        <a:t> as the processing engine for</a:t>
                      </a:r>
                      <a:r>
                        <a:rPr lang="en-US" sz="1100" kern="1200" baseline="0" dirty="0">
                          <a:solidFill>
                            <a:schemeClr val="dk1"/>
                          </a:solidFill>
                          <a:effectLst/>
                          <a:latin typeface="Calibri" panose="020F0502020204030204" pitchFamily="34" charset="0"/>
                          <a:ea typeface="+mn-ea"/>
                          <a:cs typeface="Calibri" panose="020F0502020204030204" pitchFamily="34" charset="0"/>
                        </a:rPr>
                        <a:t> faster processing</a:t>
                      </a:r>
                      <a:endParaRPr lang="en-US" sz="1100" kern="1200" dirty="0">
                        <a:solidFill>
                          <a:schemeClr val="dk1"/>
                        </a:solidFill>
                        <a:effectLst/>
                        <a:latin typeface="Calibri" panose="020F0502020204030204" pitchFamily="34" charset="0"/>
                        <a:ea typeface="+mn-ea"/>
                        <a:cs typeface="Calibri" panose="020F0502020204030204" pitchFamily="34" charset="0"/>
                      </a:endParaRPr>
                    </a:p>
                    <a:p>
                      <a:pPr marL="0" lvl="0" indent="0">
                        <a:buFont typeface="Arial" panose="020B0604020202020204" pitchFamily="34" charset="0"/>
                        <a:buNone/>
                      </a:pPr>
                      <a:r>
                        <a:rPr lang="en-US" sz="1100" b="1" kern="1200" dirty="0">
                          <a:solidFill>
                            <a:schemeClr val="dk1"/>
                          </a:solidFill>
                          <a:effectLst/>
                          <a:latin typeface="Calibri" panose="020F0502020204030204" pitchFamily="34" charset="0"/>
                          <a:ea typeface="+mn-ea"/>
                          <a:cs typeface="Calibri" panose="020F0502020204030204" pitchFamily="34" charset="0"/>
                        </a:rPr>
                        <a:t>                </a:t>
                      </a:r>
                      <a:r>
                        <a:rPr lang="en-US" sz="1100" b="0" kern="1200" dirty="0">
                          <a:solidFill>
                            <a:schemeClr val="dk1"/>
                          </a:solidFill>
                          <a:effectLst/>
                          <a:latin typeface="Calibri" panose="020F0502020204030204" pitchFamily="34" charset="0"/>
                          <a:ea typeface="+mn-ea"/>
                          <a:cs typeface="Calibri" panose="020F0502020204030204" pitchFamily="34" charset="0"/>
                        </a:rPr>
                        <a:t>set </a:t>
                      </a:r>
                      <a:r>
                        <a:rPr lang="en-US" sz="1100" b="0" kern="1200" dirty="0" err="1">
                          <a:solidFill>
                            <a:schemeClr val="dk1"/>
                          </a:solidFill>
                          <a:effectLst/>
                          <a:latin typeface="Calibri" panose="020F0502020204030204" pitchFamily="34" charset="0"/>
                          <a:ea typeface="+mn-ea"/>
                          <a:cs typeface="Calibri" panose="020F0502020204030204" pitchFamily="34" charset="0"/>
                        </a:rPr>
                        <a:t>hive.execution.engine</a:t>
                      </a:r>
                      <a:r>
                        <a:rPr lang="en-US" sz="1100" b="0" kern="1200" dirty="0">
                          <a:solidFill>
                            <a:schemeClr val="dk1"/>
                          </a:solidFill>
                          <a:effectLst/>
                          <a:latin typeface="Calibri" panose="020F0502020204030204" pitchFamily="34" charset="0"/>
                          <a:ea typeface="+mn-ea"/>
                          <a:cs typeface="Calibri" panose="020F0502020204030204" pitchFamily="34" charset="0"/>
                        </a:rPr>
                        <a:t>=</a:t>
                      </a:r>
                      <a:r>
                        <a:rPr lang="en-US" sz="1100" b="0" kern="1200" dirty="0" err="1">
                          <a:solidFill>
                            <a:schemeClr val="dk1"/>
                          </a:solidFill>
                          <a:effectLst/>
                          <a:latin typeface="Calibri" panose="020F0502020204030204" pitchFamily="34" charset="0"/>
                          <a:ea typeface="+mn-ea"/>
                          <a:cs typeface="Calibri" panose="020F0502020204030204" pitchFamily="34" charset="0"/>
                        </a:rPr>
                        <a:t>tez</a:t>
                      </a:r>
                      <a:endParaRPr lang="en-US" sz="1100" b="0" kern="1200" dirty="0">
                        <a:solidFill>
                          <a:schemeClr val="dk1"/>
                        </a:solidFill>
                        <a:effectLst/>
                        <a:latin typeface="Calibri" panose="020F0502020204030204" pitchFamily="34" charset="0"/>
                        <a:ea typeface="+mn-ea"/>
                        <a:cs typeface="Calibri" panose="020F0502020204030204" pitchFamily="34" charset="0"/>
                      </a:endParaRPr>
                    </a:p>
                    <a:p>
                      <a:pPr marL="171450" lvl="0" indent="-171450">
                        <a:buFont typeface="Arial" panose="020B0604020202020204" pitchFamily="34" charset="0"/>
                        <a:buChar char="•"/>
                      </a:pPr>
                      <a:r>
                        <a:rPr lang="en-US" sz="1100" b="0" kern="1200" dirty="0">
                          <a:solidFill>
                            <a:schemeClr val="dk1"/>
                          </a:solidFill>
                          <a:effectLst/>
                          <a:latin typeface="Calibri" panose="020F0502020204030204" pitchFamily="34" charset="0"/>
                          <a:ea typeface="+mn-ea"/>
                          <a:cs typeface="Calibri" panose="020F0502020204030204" pitchFamily="34" charset="0"/>
                        </a:rPr>
                        <a:t>Use</a:t>
                      </a:r>
                      <a:r>
                        <a:rPr lang="en-US" sz="1100" b="1" kern="1200" dirty="0">
                          <a:solidFill>
                            <a:schemeClr val="dk1"/>
                          </a:solidFill>
                          <a:effectLst/>
                          <a:latin typeface="Calibri" panose="020F0502020204030204" pitchFamily="34" charset="0"/>
                          <a:ea typeface="+mn-ea"/>
                          <a:cs typeface="Calibri" panose="020F0502020204030204" pitchFamily="34" charset="0"/>
                        </a:rPr>
                        <a:t> </a:t>
                      </a:r>
                      <a:r>
                        <a:rPr lang="en-US" sz="1100" b="1" kern="1200" dirty="0" err="1">
                          <a:solidFill>
                            <a:schemeClr val="dk1"/>
                          </a:solidFill>
                          <a:effectLst/>
                          <a:latin typeface="Calibri" panose="020F0502020204030204" pitchFamily="34" charset="0"/>
                          <a:ea typeface="+mn-ea"/>
                          <a:cs typeface="Calibri" panose="020F0502020204030204" pitchFamily="34" charset="0"/>
                        </a:rPr>
                        <a:t>Vectorization</a:t>
                      </a:r>
                      <a:r>
                        <a:rPr lang="en-US" sz="1100" kern="1200" dirty="0">
                          <a:solidFill>
                            <a:schemeClr val="dk1"/>
                          </a:solidFill>
                          <a:effectLst/>
                          <a:latin typeface="Calibri" panose="020F0502020204030204" pitchFamily="34" charset="0"/>
                          <a:ea typeface="+mn-ea"/>
                          <a:cs typeface="Calibri" panose="020F0502020204030204" pitchFamily="34" charset="0"/>
                        </a:rPr>
                        <a:t>. Helps in processing rows in batches instead of a single row</a:t>
                      </a:r>
                    </a:p>
                    <a:p>
                      <a:pPr marL="0" lvl="0" indent="0">
                        <a:buFont typeface="Arial" panose="020B0604020202020204" pitchFamily="34" charset="0"/>
                        <a:buNone/>
                      </a:pPr>
                      <a:r>
                        <a:rPr lang="en-US" sz="1100" b="1" kern="1200" dirty="0">
                          <a:solidFill>
                            <a:schemeClr val="dk1"/>
                          </a:solidFill>
                          <a:effectLst/>
                          <a:latin typeface="Calibri" panose="020F0502020204030204" pitchFamily="34" charset="0"/>
                          <a:ea typeface="+mn-ea"/>
                          <a:cs typeface="Calibri" panose="020F0502020204030204" pitchFamily="34" charset="0"/>
                        </a:rPr>
                        <a:t>                </a:t>
                      </a:r>
                      <a:r>
                        <a:rPr lang="en-US" sz="1100" b="0" kern="1200" dirty="0">
                          <a:solidFill>
                            <a:schemeClr val="dk1"/>
                          </a:solidFill>
                          <a:effectLst/>
                          <a:latin typeface="Calibri" panose="020F0502020204030204" pitchFamily="34" charset="0"/>
                          <a:ea typeface="+mn-ea"/>
                          <a:cs typeface="Calibri" panose="020F0502020204030204" pitchFamily="34" charset="0"/>
                        </a:rPr>
                        <a:t>set </a:t>
                      </a:r>
                      <a:r>
                        <a:rPr lang="en-US" sz="1100" b="0" kern="1200" dirty="0" err="1">
                          <a:solidFill>
                            <a:schemeClr val="dk1"/>
                          </a:solidFill>
                          <a:effectLst/>
                          <a:latin typeface="Calibri" panose="020F0502020204030204" pitchFamily="34" charset="0"/>
                          <a:ea typeface="+mn-ea"/>
                          <a:cs typeface="Calibri" panose="020F0502020204030204" pitchFamily="34" charset="0"/>
                        </a:rPr>
                        <a:t>hive.vectorized.execution.enabled</a:t>
                      </a:r>
                      <a:r>
                        <a:rPr lang="en-US" sz="1100" b="0" kern="1200" dirty="0">
                          <a:solidFill>
                            <a:schemeClr val="dk1"/>
                          </a:solidFill>
                          <a:effectLst/>
                          <a:latin typeface="Calibri" panose="020F0502020204030204" pitchFamily="34" charset="0"/>
                          <a:ea typeface="+mn-ea"/>
                          <a:cs typeface="Calibri" panose="020F0502020204030204" pitchFamily="34" charset="0"/>
                        </a:rPr>
                        <a:t> = true; set </a:t>
                      </a:r>
                      <a:r>
                        <a:rPr lang="en-US" sz="1100" b="0" kern="1200" dirty="0" err="1">
                          <a:solidFill>
                            <a:schemeClr val="dk1"/>
                          </a:solidFill>
                          <a:effectLst/>
                          <a:latin typeface="Calibri" panose="020F0502020204030204" pitchFamily="34" charset="0"/>
                          <a:ea typeface="+mn-ea"/>
                          <a:cs typeface="Calibri" panose="020F0502020204030204" pitchFamily="34" charset="0"/>
                        </a:rPr>
                        <a:t>hive.vectorized.execution.reduce.enabled</a:t>
                      </a:r>
                      <a:r>
                        <a:rPr lang="en-US" sz="1100" b="0" kern="1200" dirty="0">
                          <a:solidFill>
                            <a:schemeClr val="dk1"/>
                          </a:solidFill>
                          <a:effectLst/>
                          <a:latin typeface="Calibri" panose="020F0502020204030204" pitchFamily="34" charset="0"/>
                          <a:ea typeface="+mn-ea"/>
                          <a:cs typeface="Calibri" panose="020F0502020204030204" pitchFamily="34" charset="0"/>
                        </a:rPr>
                        <a:t> = true;</a:t>
                      </a:r>
                    </a:p>
                    <a:p>
                      <a:pPr marL="171450" marR="0" lvl="0" indent="-171450" algn="l" defTabSz="91413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100" b="1" kern="1200" dirty="0">
                          <a:solidFill>
                            <a:schemeClr val="dk1"/>
                          </a:solidFill>
                          <a:effectLst/>
                          <a:latin typeface="Calibri" panose="020F0502020204030204" pitchFamily="34" charset="0"/>
                          <a:ea typeface="+mn-ea"/>
                          <a:cs typeface="Calibri" panose="020F0502020204030204" pitchFamily="34" charset="0"/>
                        </a:rPr>
                        <a:t>Analyze</a:t>
                      </a:r>
                      <a:r>
                        <a:rPr lang="en-US" sz="1100" b="0" kern="1200" baseline="0" dirty="0">
                          <a:solidFill>
                            <a:schemeClr val="dk1"/>
                          </a:solidFill>
                          <a:effectLst/>
                          <a:latin typeface="Calibri" panose="020F0502020204030204" pitchFamily="34" charset="0"/>
                          <a:ea typeface="+mn-ea"/>
                          <a:cs typeface="Calibri" panose="020F0502020204030204" pitchFamily="34" charset="0"/>
                        </a:rPr>
                        <a:t> </a:t>
                      </a:r>
                      <a:r>
                        <a:rPr lang="en-US" sz="1100" kern="1200" dirty="0">
                          <a:solidFill>
                            <a:schemeClr val="dk1"/>
                          </a:solidFill>
                          <a:effectLst/>
                          <a:latin typeface="Calibri" panose="020F0502020204030204" pitchFamily="34" charset="0"/>
                          <a:ea typeface="+mn-ea"/>
                          <a:cs typeface="Calibri" panose="020F0502020204030204" pitchFamily="34" charset="0"/>
                        </a:rPr>
                        <a:t>tables before running hive query especially</a:t>
                      </a:r>
                      <a:r>
                        <a:rPr lang="en-US" sz="1100" kern="1200" baseline="0" dirty="0">
                          <a:solidFill>
                            <a:schemeClr val="dk1"/>
                          </a:solidFill>
                          <a:effectLst/>
                          <a:latin typeface="Calibri" panose="020F0502020204030204" pitchFamily="34" charset="0"/>
                          <a:ea typeface="+mn-ea"/>
                          <a:cs typeface="Calibri" panose="020F0502020204030204" pitchFamily="34" charset="0"/>
                        </a:rPr>
                        <a:t> after loading large amount of data.</a:t>
                      </a:r>
                    </a:p>
                    <a:p>
                      <a:pPr marL="0" lvl="0" indent="0">
                        <a:buFont typeface="Arial" panose="020B0604020202020204" pitchFamily="34" charset="0"/>
                        <a:buNone/>
                      </a:pPr>
                      <a:r>
                        <a:rPr lang="en-US" sz="1100" b="0" kern="1200" dirty="0">
                          <a:solidFill>
                            <a:schemeClr val="dk1"/>
                          </a:solidFill>
                          <a:effectLst/>
                          <a:latin typeface="Calibri" panose="020F0502020204030204" pitchFamily="34" charset="0"/>
                          <a:ea typeface="+mn-ea"/>
                          <a:cs typeface="Calibri" panose="020F0502020204030204" pitchFamily="34" charset="0"/>
                        </a:rPr>
                        <a:t>               </a:t>
                      </a:r>
                      <a:r>
                        <a:rPr lang="en-US" sz="1000" b="0" kern="1200" dirty="0">
                          <a:solidFill>
                            <a:schemeClr val="dk1"/>
                          </a:solidFill>
                          <a:effectLst/>
                          <a:latin typeface="Calibri" panose="020F0502020204030204" pitchFamily="34" charset="0"/>
                          <a:ea typeface="+mn-ea"/>
                          <a:cs typeface="Calibri" panose="020F0502020204030204" pitchFamily="34" charset="0"/>
                        </a:rPr>
                        <a:t>ANALYZE TABLE Table1 PARTITION(ds, </a:t>
                      </a:r>
                      <a:r>
                        <a:rPr lang="en-US" sz="1000" b="0" kern="1200" dirty="0" err="1">
                          <a:solidFill>
                            <a:schemeClr val="dk1"/>
                          </a:solidFill>
                          <a:effectLst/>
                          <a:latin typeface="Calibri" panose="020F0502020204030204" pitchFamily="34" charset="0"/>
                          <a:ea typeface="+mn-ea"/>
                          <a:cs typeface="Calibri" panose="020F0502020204030204" pitchFamily="34" charset="0"/>
                        </a:rPr>
                        <a:t>hr</a:t>
                      </a:r>
                      <a:r>
                        <a:rPr lang="en-US" sz="1000" b="0" kern="1200" dirty="0">
                          <a:solidFill>
                            <a:schemeClr val="dk1"/>
                          </a:solidFill>
                          <a:effectLst/>
                          <a:latin typeface="Calibri" panose="020F0502020204030204" pitchFamily="34" charset="0"/>
                          <a:ea typeface="+mn-ea"/>
                          <a:cs typeface="Calibri" panose="020F0502020204030204" pitchFamily="34" charset="0"/>
                        </a:rPr>
                        <a:t>) COMPUTE STATISTICS;</a:t>
                      </a:r>
                    </a:p>
                    <a:p>
                      <a:pPr marL="171450" lvl="0" indent="-171450">
                        <a:buFont typeface="Arial" panose="020B0604020202020204" pitchFamily="34" charset="0"/>
                        <a:buChar char="•"/>
                      </a:pPr>
                      <a:r>
                        <a:rPr lang="en-US" sz="1100" b="0" kern="1200" dirty="0">
                          <a:solidFill>
                            <a:schemeClr val="dk1"/>
                          </a:solidFill>
                          <a:effectLst/>
                          <a:latin typeface="Calibri" panose="020F0502020204030204" pitchFamily="34" charset="0"/>
                          <a:ea typeface="+mn-ea"/>
                          <a:cs typeface="Calibri" panose="020F0502020204030204" pitchFamily="34" charset="0"/>
                        </a:rPr>
                        <a:t>Use</a:t>
                      </a:r>
                      <a:r>
                        <a:rPr lang="en-US" sz="1100" b="1" kern="1200" dirty="0">
                          <a:solidFill>
                            <a:schemeClr val="dk1"/>
                          </a:solidFill>
                          <a:effectLst/>
                          <a:latin typeface="Calibri" panose="020F0502020204030204" pitchFamily="34" charset="0"/>
                          <a:ea typeface="+mn-ea"/>
                          <a:cs typeface="Calibri" panose="020F0502020204030204" pitchFamily="34" charset="0"/>
                        </a:rPr>
                        <a:t> Cost</a:t>
                      </a:r>
                      <a:r>
                        <a:rPr lang="en-US" sz="1100" b="1" kern="1200" baseline="0" dirty="0">
                          <a:solidFill>
                            <a:schemeClr val="dk1"/>
                          </a:solidFill>
                          <a:effectLst/>
                          <a:latin typeface="Calibri" panose="020F0502020204030204" pitchFamily="34" charset="0"/>
                          <a:ea typeface="+mn-ea"/>
                          <a:cs typeface="Calibri" panose="020F0502020204030204" pitchFamily="34" charset="0"/>
                        </a:rPr>
                        <a:t> Based Optimizer</a:t>
                      </a:r>
                      <a:r>
                        <a:rPr lang="en-US" sz="1100" b="1" kern="1200" dirty="0">
                          <a:solidFill>
                            <a:schemeClr val="dk1"/>
                          </a:solidFill>
                          <a:effectLst/>
                          <a:latin typeface="Calibri" panose="020F0502020204030204" pitchFamily="34" charset="0"/>
                          <a:ea typeface="+mn-ea"/>
                          <a:cs typeface="Calibri" panose="020F0502020204030204" pitchFamily="34" charset="0"/>
                        </a:rPr>
                        <a:t> </a:t>
                      </a:r>
                      <a:r>
                        <a:rPr lang="en-US" sz="1100" b="0" kern="1200" baseline="0" dirty="0">
                          <a:solidFill>
                            <a:schemeClr val="dk1"/>
                          </a:solidFill>
                          <a:effectLst/>
                          <a:latin typeface="Calibri" panose="020F0502020204030204" pitchFamily="34" charset="0"/>
                          <a:ea typeface="+mn-ea"/>
                          <a:cs typeface="Calibri" panose="020F0502020204030204" pitchFamily="34" charset="0"/>
                        </a:rPr>
                        <a:t>to compare cost functions of optimizers and choose the right one for the current scenario</a:t>
                      </a:r>
                      <a:endParaRPr lang="en-US" sz="1100" b="0" kern="1200" dirty="0">
                        <a:solidFill>
                          <a:schemeClr val="dk1"/>
                        </a:solidFill>
                        <a:effectLst/>
                        <a:latin typeface="Calibri" panose="020F0502020204030204" pitchFamily="34" charset="0"/>
                        <a:ea typeface="+mn-ea"/>
                        <a:cs typeface="Calibri" panose="020F0502020204030204" pitchFamily="34" charset="0"/>
                      </a:endParaRPr>
                    </a:p>
                    <a:p>
                      <a:r>
                        <a:rPr lang="en-US" sz="1100" b="1" kern="1200" dirty="0">
                          <a:solidFill>
                            <a:schemeClr val="dk1"/>
                          </a:solidFill>
                          <a:effectLst/>
                          <a:latin typeface="Calibri" panose="020F0502020204030204" pitchFamily="34" charset="0"/>
                          <a:ea typeface="+mn-ea"/>
                          <a:cs typeface="Calibri" panose="020F0502020204030204" pitchFamily="34" charset="0"/>
                        </a:rPr>
                        <a:t>               </a:t>
                      </a:r>
                      <a:r>
                        <a:rPr lang="en-US" sz="1100" b="0" kern="1200" dirty="0">
                          <a:solidFill>
                            <a:schemeClr val="dk1"/>
                          </a:solidFill>
                          <a:effectLst/>
                          <a:latin typeface="Calibri" panose="020F0502020204030204" pitchFamily="34" charset="0"/>
                          <a:ea typeface="+mn-ea"/>
                          <a:cs typeface="Calibri" panose="020F0502020204030204" pitchFamily="34" charset="0"/>
                        </a:rPr>
                        <a:t>set </a:t>
                      </a:r>
                      <a:r>
                        <a:rPr lang="en-US" sz="1100" b="0" kern="1200" dirty="0" err="1">
                          <a:solidFill>
                            <a:schemeClr val="dk1"/>
                          </a:solidFill>
                          <a:effectLst/>
                          <a:latin typeface="Calibri" panose="020F0502020204030204" pitchFamily="34" charset="0"/>
                          <a:ea typeface="+mn-ea"/>
                          <a:cs typeface="Calibri" panose="020F0502020204030204" pitchFamily="34" charset="0"/>
                        </a:rPr>
                        <a:t>hive.cbo.enable</a:t>
                      </a:r>
                      <a:r>
                        <a:rPr lang="en-US" sz="1100" b="0" kern="1200" dirty="0">
                          <a:solidFill>
                            <a:schemeClr val="dk1"/>
                          </a:solidFill>
                          <a:effectLst/>
                          <a:latin typeface="Calibri" panose="020F0502020204030204" pitchFamily="34" charset="0"/>
                          <a:ea typeface="+mn-ea"/>
                          <a:cs typeface="Calibri" panose="020F0502020204030204" pitchFamily="34" charset="0"/>
                        </a:rPr>
                        <a:t>=true; - Applies to ORC formatted data</a:t>
                      </a:r>
                    </a:p>
                    <a:p>
                      <a:r>
                        <a:rPr lang="en-US" sz="1100" b="0" kern="1200" dirty="0">
                          <a:solidFill>
                            <a:schemeClr val="dk1"/>
                          </a:solidFill>
                          <a:effectLst/>
                          <a:latin typeface="Calibri" panose="020F0502020204030204" pitchFamily="34" charset="0"/>
                          <a:ea typeface="+mn-ea"/>
                          <a:cs typeface="Calibri" panose="020F0502020204030204" pitchFamily="34" charset="0"/>
                        </a:rPr>
                        <a:t>               set </a:t>
                      </a:r>
                      <a:r>
                        <a:rPr lang="en-US" sz="1100" b="0" kern="1200" dirty="0" err="1">
                          <a:solidFill>
                            <a:schemeClr val="dk1"/>
                          </a:solidFill>
                          <a:effectLst/>
                          <a:latin typeface="Calibri" panose="020F0502020204030204" pitchFamily="34" charset="0"/>
                          <a:ea typeface="+mn-ea"/>
                          <a:cs typeface="Calibri" panose="020F0502020204030204" pitchFamily="34" charset="0"/>
                        </a:rPr>
                        <a:t>hive.compute.query.using.stats</a:t>
                      </a:r>
                      <a:r>
                        <a:rPr lang="en-US" sz="1100" b="0" kern="1200" dirty="0">
                          <a:solidFill>
                            <a:schemeClr val="dk1"/>
                          </a:solidFill>
                          <a:effectLst/>
                          <a:latin typeface="Calibri" panose="020F0502020204030204" pitchFamily="34" charset="0"/>
                          <a:ea typeface="+mn-ea"/>
                          <a:cs typeface="Calibri" panose="020F0502020204030204" pitchFamily="34" charset="0"/>
                        </a:rPr>
                        <a:t>=true;</a:t>
                      </a:r>
                    </a:p>
                    <a:p>
                      <a:r>
                        <a:rPr lang="en-US" sz="1100" b="0" kern="1200" dirty="0">
                          <a:solidFill>
                            <a:schemeClr val="dk1"/>
                          </a:solidFill>
                          <a:effectLst/>
                          <a:latin typeface="Calibri" panose="020F0502020204030204" pitchFamily="34" charset="0"/>
                          <a:ea typeface="+mn-ea"/>
                          <a:cs typeface="Calibri" panose="020F0502020204030204" pitchFamily="34" charset="0"/>
                        </a:rPr>
                        <a:t>               set </a:t>
                      </a:r>
                      <a:r>
                        <a:rPr lang="en-US" sz="1100" b="0" kern="1200" dirty="0" err="1">
                          <a:solidFill>
                            <a:schemeClr val="dk1"/>
                          </a:solidFill>
                          <a:effectLst/>
                          <a:latin typeface="Calibri" panose="020F0502020204030204" pitchFamily="34" charset="0"/>
                          <a:ea typeface="+mn-ea"/>
                          <a:cs typeface="Calibri" panose="020F0502020204030204" pitchFamily="34" charset="0"/>
                        </a:rPr>
                        <a:t>hive.stats.fetch.column.stats</a:t>
                      </a:r>
                      <a:r>
                        <a:rPr lang="en-US" sz="1100" b="0" kern="1200" dirty="0">
                          <a:solidFill>
                            <a:schemeClr val="dk1"/>
                          </a:solidFill>
                          <a:effectLst/>
                          <a:latin typeface="Calibri" panose="020F0502020204030204" pitchFamily="34" charset="0"/>
                          <a:ea typeface="+mn-ea"/>
                          <a:cs typeface="Calibri" panose="020F0502020204030204" pitchFamily="34" charset="0"/>
                        </a:rPr>
                        <a:t>=true;</a:t>
                      </a:r>
                    </a:p>
                    <a:p>
                      <a:r>
                        <a:rPr lang="en-US" sz="1100" b="0" kern="1200" dirty="0">
                          <a:solidFill>
                            <a:schemeClr val="dk1"/>
                          </a:solidFill>
                          <a:effectLst/>
                          <a:latin typeface="Calibri" panose="020F0502020204030204" pitchFamily="34" charset="0"/>
                          <a:ea typeface="+mn-ea"/>
                          <a:cs typeface="Calibri" panose="020F0502020204030204" pitchFamily="34" charset="0"/>
                        </a:rPr>
                        <a:t>               set </a:t>
                      </a:r>
                      <a:r>
                        <a:rPr lang="en-US" sz="1100" b="0" kern="1200" dirty="0" err="1">
                          <a:solidFill>
                            <a:schemeClr val="dk1"/>
                          </a:solidFill>
                          <a:effectLst/>
                          <a:latin typeface="Calibri" panose="020F0502020204030204" pitchFamily="34" charset="0"/>
                          <a:ea typeface="+mn-ea"/>
                          <a:cs typeface="Calibri" panose="020F0502020204030204" pitchFamily="34" charset="0"/>
                        </a:rPr>
                        <a:t>hive.stats.fetch.partition.stats</a:t>
                      </a:r>
                      <a:r>
                        <a:rPr lang="en-US" sz="1100" b="0" kern="1200" dirty="0">
                          <a:solidFill>
                            <a:schemeClr val="dk1"/>
                          </a:solidFill>
                          <a:effectLst/>
                          <a:latin typeface="Calibri" panose="020F0502020204030204" pitchFamily="34" charset="0"/>
                          <a:ea typeface="+mn-ea"/>
                          <a:cs typeface="Calibri" panose="020F0502020204030204" pitchFamily="34" charset="0"/>
                        </a:rPr>
                        <a:t>=true;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sp>
        <p:nvSpPr>
          <p:cNvPr id="12" name="TextBox 11"/>
          <p:cNvSpPr txBox="1"/>
          <p:nvPr/>
        </p:nvSpPr>
        <p:spPr>
          <a:xfrm>
            <a:off x="339361" y="1057630"/>
            <a:ext cx="7403855" cy="257369"/>
          </a:xfrm>
          <a:prstGeom prst="rect">
            <a:avLst/>
          </a:prstGeom>
          <a:solidFill>
            <a:srgbClr val="003344"/>
          </a:solidFill>
          <a:ln>
            <a:solidFill>
              <a:schemeClr val="tx1"/>
            </a:solidFill>
          </a:ln>
        </p:spPr>
        <p:txBody>
          <a:bodyPr wrap="square" lIns="36000" tIns="36000" rIns="36000" bIns="36000" rtlCol="0">
            <a:spAutoFit/>
          </a:bodyPr>
          <a:lstStyle/>
          <a:p>
            <a:pPr algn="l"/>
            <a:r>
              <a:rPr lang="en-US" sz="1200" dirty="0">
                <a:solidFill>
                  <a:schemeClr val="bg1"/>
                </a:solidFill>
              </a:rPr>
              <a:t>Hive Query</a:t>
            </a:r>
          </a:p>
        </p:txBody>
      </p:sp>
    </p:spTree>
    <p:extLst>
      <p:ext uri="{BB962C8B-B14F-4D97-AF65-F5344CB8AC3E}">
        <p14:creationId xmlns:p14="http://schemas.microsoft.com/office/powerpoint/2010/main" val="8288101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Telematics:</a:t>
            </a:r>
          </a:p>
        </p:txBody>
      </p:sp>
      <p:graphicFrame>
        <p:nvGraphicFramePr>
          <p:cNvPr id="10" name="Table 9"/>
          <p:cNvGraphicFramePr>
            <a:graphicFrameLocks noGrp="1"/>
          </p:cNvGraphicFramePr>
          <p:nvPr>
            <p:extLst>
              <p:ext uri="{D42A27DB-BD31-4B8C-83A1-F6EECF244321}">
                <p14:modId xmlns:p14="http://schemas.microsoft.com/office/powerpoint/2010/main" val="2651216941"/>
              </p:ext>
            </p:extLst>
          </p:nvPr>
        </p:nvGraphicFramePr>
        <p:xfrm>
          <a:off x="339362" y="1333852"/>
          <a:ext cx="7403855" cy="3394901"/>
        </p:xfrm>
        <a:graphic>
          <a:graphicData uri="http://schemas.openxmlformats.org/drawingml/2006/table">
            <a:tbl>
              <a:tblPr firstRow="1" bandRow="1">
                <a:tableStyleId>{5C22544A-7EE6-4342-B048-85BDC9FD1C3A}</a:tableStyleId>
              </a:tblPr>
              <a:tblGrid>
                <a:gridCol w="7403855">
                  <a:extLst>
                    <a:ext uri="{9D8B030D-6E8A-4147-A177-3AD203B41FA5}">
                      <a16:colId xmlns:a16="http://schemas.microsoft.com/office/drawing/2014/main" val="20000"/>
                    </a:ext>
                  </a:extLst>
                </a:gridCol>
              </a:tblGrid>
              <a:tr h="383204">
                <a:tc>
                  <a:txBody>
                    <a:bodyPr/>
                    <a:lstStyle/>
                    <a:p>
                      <a:r>
                        <a:rPr lang="en-US" sz="1200" dirty="0">
                          <a:solidFill>
                            <a:schemeClr val="tx1"/>
                          </a:solidFill>
                          <a:latin typeface="Calibri" charset="0"/>
                          <a:ea typeface="Calibri" charset="0"/>
                          <a:cs typeface="Calibri" charset="0"/>
                        </a:rPr>
                        <a:t>Telematics</a:t>
                      </a:r>
                      <a:r>
                        <a:rPr lang="en-US" sz="1200" baseline="0" dirty="0">
                          <a:solidFill>
                            <a:schemeClr val="tx1"/>
                          </a:solidFill>
                          <a:latin typeface="Calibri" charset="0"/>
                          <a:ea typeface="Calibri" charset="0"/>
                          <a:cs typeface="Calibri" charset="0"/>
                        </a:rPr>
                        <a:t> Query issues:</a:t>
                      </a:r>
                      <a:endParaRPr lang="en-US" sz="1200" dirty="0">
                        <a:solidFill>
                          <a:schemeClr val="tx1"/>
                        </a:solidFill>
                        <a:latin typeface="Calibri"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2E7"/>
                    </a:solidFill>
                  </a:tcPr>
                </a:tc>
                <a:extLst>
                  <a:ext uri="{0D108BD9-81ED-4DB2-BD59-A6C34878D82A}">
                    <a16:rowId xmlns:a16="http://schemas.microsoft.com/office/drawing/2014/main" val="10000"/>
                  </a:ext>
                </a:extLst>
              </a:tr>
              <a:tr h="3011697">
                <a:tc>
                  <a:txBody>
                    <a:bodyPr/>
                    <a:lstStyle/>
                    <a:p>
                      <a:pPr marL="171450" indent="-171450">
                        <a:buFont typeface="Arial" panose="020B0604020202020204" pitchFamily="34" charset="0"/>
                        <a:buChar char="•"/>
                      </a:pPr>
                      <a:endParaRPr lang="en-US" sz="1000" kern="1200" dirty="0">
                        <a:solidFill>
                          <a:schemeClr val="dk1"/>
                        </a:solidFill>
                        <a:effectLst/>
                        <a:latin typeface="Calibri" panose="020F0502020204030204" pitchFamily="34" charset="0"/>
                        <a:ea typeface="+mn-ea"/>
                        <a:cs typeface="Calibri" panose="020F0502020204030204" pitchFamily="34" charset="0"/>
                      </a:endParaRPr>
                    </a:p>
                    <a:p>
                      <a:pPr marL="171450" indent="-171450">
                        <a:lnSpc>
                          <a:spcPct val="150000"/>
                        </a:lnSpc>
                        <a:buFont typeface="Arial" panose="020B0604020202020204" pitchFamily="34" charset="0"/>
                        <a:buChar char="•"/>
                      </a:pPr>
                      <a:r>
                        <a:rPr lang="en-US" sz="1000" kern="1200" dirty="0">
                          <a:solidFill>
                            <a:schemeClr val="dk1"/>
                          </a:solidFill>
                          <a:effectLst/>
                          <a:latin typeface="Calibri" panose="020F0502020204030204" pitchFamily="34" charset="0"/>
                          <a:ea typeface="+mn-ea"/>
                          <a:cs typeface="Calibri" panose="020F0502020204030204" pitchFamily="34" charset="0"/>
                        </a:rPr>
                        <a:t>Telematics query</a:t>
                      </a:r>
                      <a:r>
                        <a:rPr lang="en-US" sz="1000" kern="1200" baseline="0" dirty="0">
                          <a:solidFill>
                            <a:schemeClr val="dk1"/>
                          </a:solidFill>
                          <a:effectLst/>
                          <a:latin typeface="Calibri" panose="020F0502020204030204" pitchFamily="34" charset="0"/>
                          <a:ea typeface="+mn-ea"/>
                          <a:cs typeface="Calibri" panose="020F0502020204030204" pitchFamily="34" charset="0"/>
                        </a:rPr>
                        <a:t> runs had a few issues. </a:t>
                      </a:r>
                      <a:endParaRPr lang="en-US" sz="1000" kern="1200" dirty="0">
                        <a:solidFill>
                          <a:schemeClr val="dk1"/>
                        </a:solidFill>
                        <a:effectLst/>
                        <a:latin typeface="Calibri" panose="020F0502020204030204" pitchFamily="34" charset="0"/>
                        <a:ea typeface="+mn-ea"/>
                        <a:cs typeface="Calibri" panose="020F0502020204030204" pitchFamily="34" charset="0"/>
                      </a:endParaRPr>
                    </a:p>
                    <a:p>
                      <a:pPr marL="171450" indent="-171450">
                        <a:lnSpc>
                          <a:spcPct val="150000"/>
                        </a:lnSpc>
                        <a:buFont typeface="Arial" panose="020B0604020202020204" pitchFamily="34" charset="0"/>
                        <a:buChar char="•"/>
                      </a:pPr>
                      <a:r>
                        <a:rPr lang="en-US" sz="1000" kern="1200" dirty="0">
                          <a:solidFill>
                            <a:schemeClr val="dk1"/>
                          </a:solidFill>
                          <a:effectLst/>
                          <a:latin typeface="Calibri" panose="020F0502020204030204" pitchFamily="34" charset="0"/>
                          <a:ea typeface="+mn-ea"/>
                          <a:cs typeface="Calibri" panose="020F0502020204030204" pitchFamily="34" charset="0"/>
                        </a:rPr>
                        <a:t>One</a:t>
                      </a:r>
                      <a:r>
                        <a:rPr lang="en-US" sz="1000" kern="1200" baseline="0" dirty="0">
                          <a:solidFill>
                            <a:schemeClr val="dk1"/>
                          </a:solidFill>
                          <a:effectLst/>
                          <a:latin typeface="Calibri" panose="020F0502020204030204" pitchFamily="34" charset="0"/>
                          <a:ea typeface="+mn-ea"/>
                          <a:cs typeface="Calibri" panose="020F0502020204030204" pitchFamily="34" charset="0"/>
                        </a:rPr>
                        <a:t> of t</a:t>
                      </a:r>
                      <a:r>
                        <a:rPr lang="en-US" sz="1000" kern="1200" dirty="0">
                          <a:solidFill>
                            <a:schemeClr val="dk1"/>
                          </a:solidFill>
                          <a:effectLst/>
                          <a:latin typeface="Calibri" panose="020F0502020204030204" pitchFamily="34" charset="0"/>
                          <a:ea typeface="+mn-ea"/>
                          <a:cs typeface="Calibri" panose="020F0502020204030204" pitchFamily="34" charset="0"/>
                        </a:rPr>
                        <a:t>he issues was that the query was throwing a Java runtime error.</a:t>
                      </a:r>
                      <a:r>
                        <a:rPr lang="en-US" sz="1000" kern="1200" baseline="0" dirty="0">
                          <a:solidFill>
                            <a:schemeClr val="dk1"/>
                          </a:solidFill>
                          <a:effectLst/>
                          <a:latin typeface="Calibri" panose="020F0502020204030204" pitchFamily="34" charset="0"/>
                          <a:ea typeface="+mn-ea"/>
                          <a:cs typeface="Calibri" panose="020F0502020204030204" pitchFamily="34" charset="0"/>
                        </a:rPr>
                        <a:t> This was due to</a:t>
                      </a:r>
                      <a:r>
                        <a:rPr lang="en-US" sz="1000" kern="1200" dirty="0">
                          <a:solidFill>
                            <a:schemeClr val="dk1"/>
                          </a:solidFill>
                          <a:effectLst/>
                          <a:latin typeface="Calibri" panose="020F0502020204030204" pitchFamily="34" charset="0"/>
                          <a:ea typeface="+mn-ea"/>
                          <a:cs typeface="Calibri" panose="020F0502020204030204" pitchFamily="34" charset="0"/>
                        </a:rPr>
                        <a:t> a bug associated with HDP 2.3.4(which is currently in use).</a:t>
                      </a:r>
                      <a:r>
                        <a:rPr lang="en-US" sz="1000" kern="1200" baseline="0" dirty="0">
                          <a:solidFill>
                            <a:schemeClr val="dk1"/>
                          </a:solidFill>
                          <a:effectLst/>
                          <a:latin typeface="Calibri" panose="020F0502020204030204" pitchFamily="34" charset="0"/>
                          <a:ea typeface="+mn-ea"/>
                          <a:cs typeface="Calibri" panose="020F0502020204030204" pitchFamily="34" charset="0"/>
                        </a:rPr>
                        <a:t> This</a:t>
                      </a:r>
                      <a:r>
                        <a:rPr lang="en-US" sz="1000" kern="1200" dirty="0">
                          <a:solidFill>
                            <a:schemeClr val="dk1"/>
                          </a:solidFill>
                          <a:effectLst/>
                          <a:latin typeface="Calibri" panose="020F0502020204030204" pitchFamily="34" charset="0"/>
                          <a:ea typeface="+mn-ea"/>
                          <a:cs typeface="Calibri" panose="020F0502020204030204" pitchFamily="34" charset="0"/>
                        </a:rPr>
                        <a:t> was subsequently fixed starting with HDP 2.4.2 onwards.</a:t>
                      </a:r>
                    </a:p>
                    <a:p>
                      <a:pPr marL="171450" indent="-171450">
                        <a:lnSpc>
                          <a:spcPct val="150000"/>
                        </a:lnSpc>
                        <a:buFont typeface="Arial" panose="020B0604020202020204" pitchFamily="34" charset="0"/>
                        <a:buChar char="•"/>
                      </a:pPr>
                      <a:r>
                        <a:rPr lang="en-US" sz="1000" kern="1200" dirty="0">
                          <a:solidFill>
                            <a:schemeClr val="dk1"/>
                          </a:solidFill>
                          <a:effectLst/>
                          <a:latin typeface="Calibri" panose="020F0502020204030204" pitchFamily="34" charset="0"/>
                          <a:ea typeface="+mn-ea"/>
                          <a:cs typeface="Calibri" panose="020F0502020204030204" pitchFamily="34" charset="0"/>
                        </a:rPr>
                        <a:t>There is, however, a workaround for this error in the current code - by passing the</a:t>
                      </a:r>
                      <a:r>
                        <a:rPr lang="en-US" sz="1000" kern="1200" baseline="0" dirty="0">
                          <a:solidFill>
                            <a:schemeClr val="dk1"/>
                          </a:solidFill>
                          <a:effectLst/>
                          <a:latin typeface="Calibri" panose="020F0502020204030204" pitchFamily="34" charset="0"/>
                          <a:ea typeface="+mn-ea"/>
                          <a:cs typeface="Calibri" panose="020F0502020204030204" pitchFamily="34" charset="0"/>
                        </a:rPr>
                        <a:t> </a:t>
                      </a:r>
                      <a:r>
                        <a:rPr lang="en-US" sz="1000" kern="1200" dirty="0">
                          <a:solidFill>
                            <a:schemeClr val="dk1"/>
                          </a:solidFill>
                          <a:effectLst/>
                          <a:latin typeface="Calibri" panose="020F0502020204030204" pitchFamily="34" charset="0"/>
                          <a:ea typeface="+mn-ea"/>
                          <a:cs typeface="Calibri" panose="020F0502020204030204" pitchFamily="34" charset="0"/>
                        </a:rPr>
                        <a:t>parameter</a:t>
                      </a:r>
                    </a:p>
                    <a:p>
                      <a:pPr marL="0" indent="0">
                        <a:lnSpc>
                          <a:spcPct val="150000"/>
                        </a:lnSpc>
                        <a:buFont typeface="Arial" panose="020B0604020202020204" pitchFamily="34" charset="0"/>
                        <a:buNone/>
                      </a:pPr>
                      <a:r>
                        <a:rPr lang="en-US" sz="1000" kern="1200" dirty="0">
                          <a:solidFill>
                            <a:schemeClr val="dk1"/>
                          </a:solidFill>
                          <a:effectLst/>
                          <a:latin typeface="Calibri" panose="020F0502020204030204" pitchFamily="34" charset="0"/>
                          <a:ea typeface="+mn-ea"/>
                          <a:cs typeface="Calibri" panose="020F0502020204030204" pitchFamily="34" charset="0"/>
                        </a:rPr>
                        <a:t>                 ”</a:t>
                      </a:r>
                      <a:r>
                        <a:rPr lang="en-US" sz="1000" b="1" kern="1200" dirty="0">
                          <a:solidFill>
                            <a:schemeClr val="dk1"/>
                          </a:solidFill>
                          <a:effectLst/>
                          <a:latin typeface="Calibri" panose="020F0502020204030204" pitchFamily="34" charset="0"/>
                          <a:ea typeface="+mn-ea"/>
                          <a:cs typeface="Calibri" panose="020F0502020204030204" pitchFamily="34" charset="0"/>
                        </a:rPr>
                        <a:t>SET </a:t>
                      </a:r>
                      <a:r>
                        <a:rPr lang="en-US" sz="1000" b="1" kern="1200" dirty="0" err="1">
                          <a:solidFill>
                            <a:schemeClr val="dk1"/>
                          </a:solidFill>
                          <a:effectLst/>
                          <a:latin typeface="Calibri" panose="020F0502020204030204" pitchFamily="34" charset="0"/>
                          <a:ea typeface="+mn-ea"/>
                          <a:cs typeface="Calibri" panose="020F0502020204030204" pitchFamily="34" charset="0"/>
                        </a:rPr>
                        <a:t>hive.fetch.task.conversion</a:t>
                      </a:r>
                      <a:r>
                        <a:rPr lang="en-US" sz="1000" b="1" kern="1200" dirty="0">
                          <a:solidFill>
                            <a:schemeClr val="dk1"/>
                          </a:solidFill>
                          <a:effectLst/>
                          <a:latin typeface="Calibri" panose="020F0502020204030204" pitchFamily="34" charset="0"/>
                          <a:ea typeface="+mn-ea"/>
                          <a:cs typeface="Calibri" panose="020F0502020204030204" pitchFamily="34" charset="0"/>
                        </a:rPr>
                        <a:t>=none</a:t>
                      </a:r>
                      <a:r>
                        <a:rPr lang="en-US" sz="1000" b="0" kern="1200" dirty="0">
                          <a:solidFill>
                            <a:schemeClr val="dk1"/>
                          </a:solidFill>
                          <a:effectLst/>
                          <a:latin typeface="Calibri" panose="020F0502020204030204" pitchFamily="34" charset="0"/>
                          <a:ea typeface="+mn-ea"/>
                          <a:cs typeface="Calibri" panose="020F0502020204030204" pitchFamily="34" charset="0"/>
                        </a:rPr>
                        <a:t>” the query </a:t>
                      </a:r>
                      <a:r>
                        <a:rPr lang="en-US" sz="1000" kern="1200" dirty="0">
                          <a:solidFill>
                            <a:schemeClr val="dk1"/>
                          </a:solidFill>
                          <a:effectLst/>
                          <a:latin typeface="Calibri" panose="020F0502020204030204" pitchFamily="34" charset="0"/>
                          <a:ea typeface="+mn-ea"/>
                          <a:cs typeface="Calibri" panose="020F0502020204030204" pitchFamily="34" charset="0"/>
                        </a:rPr>
                        <a:t>completes execution without any Java error in 6 - 7 minutes. </a:t>
                      </a:r>
                    </a:p>
                    <a:p>
                      <a:pPr marL="0" indent="0">
                        <a:lnSpc>
                          <a:spcPct val="150000"/>
                        </a:lnSpc>
                        <a:buFont typeface="Arial" panose="020B0604020202020204" pitchFamily="34" charset="0"/>
                        <a:buNone/>
                      </a:pPr>
                      <a:r>
                        <a:rPr lang="en-US" sz="1000" kern="1200" dirty="0">
                          <a:solidFill>
                            <a:schemeClr val="dk1"/>
                          </a:solidFill>
                          <a:effectLst/>
                          <a:latin typeface="Calibri" panose="020F0502020204030204" pitchFamily="34" charset="0"/>
                          <a:ea typeface="+mn-ea"/>
                          <a:cs typeface="Calibri" panose="020F0502020204030204" pitchFamily="34" charset="0"/>
                        </a:rPr>
                        <a:t>      The view which sits on top also works and the query gets executed in 8 - 9  minutes</a:t>
                      </a:r>
                      <a:r>
                        <a:rPr lang="en-US" sz="1000" kern="1200" baseline="0" dirty="0">
                          <a:solidFill>
                            <a:schemeClr val="dk1"/>
                          </a:solidFill>
                          <a:effectLst/>
                          <a:latin typeface="Calibri" panose="020F0502020204030204" pitchFamily="34" charset="0"/>
                          <a:ea typeface="+mn-ea"/>
                          <a:cs typeface="Calibri" panose="020F0502020204030204" pitchFamily="34" charset="0"/>
                        </a:rPr>
                        <a:t> </a:t>
                      </a:r>
                    </a:p>
                    <a:p>
                      <a:pPr marL="0" indent="0">
                        <a:lnSpc>
                          <a:spcPct val="150000"/>
                        </a:lnSpc>
                        <a:buFont typeface="Arial" panose="020B0604020202020204" pitchFamily="34" charset="0"/>
                        <a:buNone/>
                      </a:pPr>
                      <a:r>
                        <a:rPr lang="en-US" sz="1000" kern="1200" baseline="0" dirty="0">
                          <a:solidFill>
                            <a:schemeClr val="dk1"/>
                          </a:solidFill>
                          <a:effectLst/>
                          <a:latin typeface="Calibri" panose="020F0502020204030204" pitchFamily="34" charset="0"/>
                          <a:ea typeface="+mn-ea"/>
                          <a:cs typeface="Calibri" panose="020F0502020204030204" pitchFamily="34" charset="0"/>
                        </a:rPr>
                        <a:t>                   (</a:t>
                      </a:r>
                      <a:r>
                        <a:rPr lang="en-US" sz="1000" kern="1200" dirty="0">
                          <a:solidFill>
                            <a:schemeClr val="dk1"/>
                          </a:solidFill>
                          <a:effectLst/>
                          <a:latin typeface="Calibri" panose="020F0502020204030204" pitchFamily="34" charset="0"/>
                          <a:ea typeface="+mn-ea"/>
                          <a:cs typeface="Calibri" panose="020F0502020204030204" pitchFamily="34" charset="0"/>
                        </a:rPr>
                        <a:t>select * </a:t>
                      </a:r>
                      <a:r>
                        <a:rPr lang="en-US" sz="1000" kern="1200" dirty="0" err="1">
                          <a:solidFill>
                            <a:schemeClr val="dk1"/>
                          </a:solidFill>
                          <a:effectLst/>
                          <a:latin typeface="Calibri" panose="020F0502020204030204" pitchFamily="34" charset="0"/>
                          <a:ea typeface="+mn-ea"/>
                          <a:cs typeface="Calibri" panose="020F0502020204030204" pitchFamily="34" charset="0"/>
                        </a:rPr>
                        <a:t>telematics_v</a:t>
                      </a:r>
                      <a:r>
                        <a:rPr lang="en-US" sz="1000" kern="1200" dirty="0">
                          <a:solidFill>
                            <a:schemeClr val="dk1"/>
                          </a:solidFill>
                          <a:effectLst/>
                          <a:latin typeface="Calibri" panose="020F0502020204030204" pitchFamily="34" charset="0"/>
                          <a:ea typeface="+mn-ea"/>
                          <a:cs typeface="Calibri" panose="020F0502020204030204" pitchFamily="34" charset="0"/>
                        </a:rPr>
                        <a:t> where </a:t>
                      </a:r>
                      <a:r>
                        <a:rPr lang="en-US" sz="1000" kern="1200" dirty="0" err="1">
                          <a:solidFill>
                            <a:schemeClr val="dk1"/>
                          </a:solidFill>
                          <a:effectLst/>
                          <a:latin typeface="Calibri" panose="020F0502020204030204" pitchFamily="34" charset="0"/>
                          <a:ea typeface="+mn-ea"/>
                          <a:cs typeface="Calibri" panose="020F0502020204030204" pitchFamily="34" charset="0"/>
                        </a:rPr>
                        <a:t>point_dt</a:t>
                      </a:r>
                      <a:r>
                        <a:rPr lang="en-US" sz="1000" kern="1200" dirty="0">
                          <a:solidFill>
                            <a:schemeClr val="dk1"/>
                          </a:solidFill>
                          <a:effectLst/>
                          <a:latin typeface="Calibri" panose="020F0502020204030204" pitchFamily="34" charset="0"/>
                          <a:ea typeface="+mn-ea"/>
                          <a:cs typeface="Calibri" panose="020F0502020204030204" pitchFamily="34" charset="0"/>
                        </a:rPr>
                        <a:t>=’2017-04-01’). </a:t>
                      </a:r>
                    </a:p>
                    <a:p>
                      <a:pPr marL="171450" indent="-171450">
                        <a:lnSpc>
                          <a:spcPct val="150000"/>
                        </a:lnSpc>
                        <a:buFont typeface="Arial" panose="020B0604020202020204" pitchFamily="34" charset="0"/>
                        <a:buChar char="•"/>
                      </a:pPr>
                      <a:r>
                        <a:rPr lang="en-US" sz="1000" kern="1200" dirty="0">
                          <a:solidFill>
                            <a:schemeClr val="dk1"/>
                          </a:solidFill>
                          <a:effectLst/>
                          <a:latin typeface="Calibri" panose="020F0502020204030204" pitchFamily="34" charset="0"/>
                          <a:ea typeface="+mn-ea"/>
                          <a:cs typeface="Calibri" panose="020F0502020204030204" pitchFamily="34" charset="0"/>
                        </a:rPr>
                        <a:t>The second issue was that</a:t>
                      </a:r>
                      <a:r>
                        <a:rPr lang="en-US" sz="1000" kern="1200" baseline="0" dirty="0">
                          <a:solidFill>
                            <a:schemeClr val="dk1"/>
                          </a:solidFill>
                          <a:effectLst/>
                          <a:latin typeface="Calibri" panose="020F0502020204030204" pitchFamily="34" charset="0"/>
                          <a:ea typeface="+mn-ea"/>
                          <a:cs typeface="Calibri" panose="020F0502020204030204" pitchFamily="34" charset="0"/>
                        </a:rPr>
                        <a:t> there were too many small part files being created after a query run. The solution was to merge them into a larger file and insert into another file. As of this publishing, that is still a WIP.</a:t>
                      </a:r>
                      <a:endParaRPr lang="en-US" sz="1000" kern="1200" dirty="0">
                        <a:solidFill>
                          <a:schemeClr val="dk1"/>
                        </a:solidFill>
                        <a:effectLst/>
                        <a:latin typeface="Calibri" panose="020F0502020204030204" pitchFamily="34" charset="0"/>
                        <a:ea typeface="+mn-ea"/>
                        <a:cs typeface="Calibri" panose="020F0502020204030204" pitchFamily="34" charset="0"/>
                      </a:endParaRPr>
                    </a:p>
                    <a:p>
                      <a:pPr>
                        <a:lnSpc>
                          <a:spcPct val="150000"/>
                        </a:lnSpc>
                      </a:pPr>
                      <a:endParaRPr lang="en-US" sz="1000" kern="1200" dirty="0">
                        <a:solidFill>
                          <a:schemeClr val="dk1"/>
                        </a:solidFill>
                        <a:effectLst/>
                        <a:latin typeface="Calibri" panose="020F0502020204030204" pitchFamily="34" charset="0"/>
                        <a:ea typeface="+mn-ea"/>
                        <a:cs typeface="Calibri" panose="020F0502020204030204" pitchFamily="34" charset="0"/>
                      </a:endParaRPr>
                    </a:p>
                    <a:p>
                      <a:pPr marL="0" indent="0">
                        <a:buFont typeface="Arial" panose="020B0604020202020204" pitchFamily="34" charset="0"/>
                        <a:buNone/>
                      </a:pPr>
                      <a:endParaRPr lang="en-US" sz="1000" kern="1200" dirty="0">
                        <a:solidFill>
                          <a:schemeClr val="dk1"/>
                        </a:solidFill>
                        <a:effectLst/>
                        <a:latin typeface="Calibri" panose="020F0502020204030204" pitchFamily="34" charset="0"/>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bl>
          </a:graphicData>
        </a:graphic>
      </p:graphicFrame>
      <p:sp>
        <p:nvSpPr>
          <p:cNvPr id="12" name="TextBox 11"/>
          <p:cNvSpPr txBox="1"/>
          <p:nvPr/>
        </p:nvSpPr>
        <p:spPr>
          <a:xfrm>
            <a:off x="339361" y="1057630"/>
            <a:ext cx="7403855" cy="257369"/>
          </a:xfrm>
          <a:prstGeom prst="rect">
            <a:avLst/>
          </a:prstGeom>
          <a:solidFill>
            <a:srgbClr val="003344"/>
          </a:solidFill>
          <a:ln>
            <a:solidFill>
              <a:schemeClr val="tx1"/>
            </a:solidFill>
          </a:ln>
        </p:spPr>
        <p:txBody>
          <a:bodyPr wrap="square" lIns="36000" tIns="36000" rIns="36000" bIns="36000" rtlCol="0">
            <a:spAutoFit/>
          </a:bodyPr>
          <a:lstStyle/>
          <a:p>
            <a:pPr algn="l"/>
            <a:r>
              <a:rPr lang="en-US" sz="1200" dirty="0">
                <a:solidFill>
                  <a:schemeClr val="bg1"/>
                </a:solidFill>
              </a:rPr>
              <a:t>Hive Performance</a:t>
            </a:r>
          </a:p>
        </p:txBody>
      </p:sp>
    </p:spTree>
    <p:extLst>
      <p:ext uri="{BB962C8B-B14F-4D97-AF65-F5344CB8AC3E}">
        <p14:creationId xmlns:p14="http://schemas.microsoft.com/office/powerpoint/2010/main" val="6482930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9361" y="99577"/>
            <a:ext cx="8430643" cy="412051"/>
          </a:xfrm>
        </p:spPr>
        <p:txBody>
          <a:bodyPr/>
          <a:lstStyle/>
          <a:p>
            <a:r>
              <a:rPr lang="en-US" dirty="0"/>
              <a:t>Future State:</a:t>
            </a:r>
          </a:p>
        </p:txBody>
      </p:sp>
      <p:graphicFrame>
        <p:nvGraphicFramePr>
          <p:cNvPr id="10" name="Table 9"/>
          <p:cNvGraphicFramePr>
            <a:graphicFrameLocks noGrp="1"/>
          </p:cNvGraphicFramePr>
          <p:nvPr>
            <p:extLst>
              <p:ext uri="{D42A27DB-BD31-4B8C-83A1-F6EECF244321}">
                <p14:modId xmlns:p14="http://schemas.microsoft.com/office/powerpoint/2010/main" val="1681223007"/>
              </p:ext>
            </p:extLst>
          </p:nvPr>
        </p:nvGraphicFramePr>
        <p:xfrm>
          <a:off x="339361" y="809163"/>
          <a:ext cx="7403855" cy="3874705"/>
        </p:xfrm>
        <a:graphic>
          <a:graphicData uri="http://schemas.openxmlformats.org/drawingml/2006/table">
            <a:tbl>
              <a:tblPr firstRow="1" bandRow="1">
                <a:tableStyleId>{5C22544A-7EE6-4342-B048-85BDC9FD1C3A}</a:tableStyleId>
              </a:tblPr>
              <a:tblGrid>
                <a:gridCol w="7403855">
                  <a:extLst>
                    <a:ext uri="{9D8B030D-6E8A-4147-A177-3AD203B41FA5}">
                      <a16:colId xmlns:a16="http://schemas.microsoft.com/office/drawing/2014/main" val="20000"/>
                    </a:ext>
                  </a:extLst>
                </a:gridCol>
              </a:tblGrid>
              <a:tr h="259929">
                <a:tc>
                  <a:txBody>
                    <a:bodyPr/>
                    <a:lstStyle/>
                    <a:p>
                      <a:r>
                        <a:rPr lang="en-US" sz="1200" b="1" dirty="0">
                          <a:solidFill>
                            <a:schemeClr val="tx1"/>
                          </a:solidFill>
                          <a:latin typeface="Calibri" charset="0"/>
                          <a:ea typeface="Calibri" charset="0"/>
                          <a:cs typeface="Calibri" charset="0"/>
                        </a:rPr>
                        <a:t>Future State/Next</a:t>
                      </a:r>
                      <a:r>
                        <a:rPr lang="en-US" sz="1200" b="1" baseline="0" dirty="0">
                          <a:solidFill>
                            <a:schemeClr val="tx1"/>
                          </a:solidFill>
                          <a:latin typeface="Calibri" charset="0"/>
                          <a:ea typeface="Calibri" charset="0"/>
                          <a:cs typeface="Calibri" charset="0"/>
                        </a:rPr>
                        <a:t> Steps</a:t>
                      </a:r>
                      <a:endParaRPr lang="en-US" sz="1200" b="1" dirty="0">
                        <a:solidFill>
                          <a:schemeClr val="tx1"/>
                        </a:solidFill>
                        <a:latin typeface="Calibri" charset="0"/>
                        <a:ea typeface="Calibri" charset="0"/>
                        <a:cs typeface="Calibri"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4D2E7"/>
                    </a:solidFill>
                  </a:tcPr>
                </a:tc>
                <a:extLst>
                  <a:ext uri="{0D108BD9-81ED-4DB2-BD59-A6C34878D82A}">
                    <a16:rowId xmlns:a16="http://schemas.microsoft.com/office/drawing/2014/main" val="10000"/>
                  </a:ext>
                </a:extLst>
              </a:tr>
              <a:tr h="3371785">
                <a:tc>
                  <a:txBody>
                    <a:bodyPr/>
                    <a:lstStyle/>
                    <a:p>
                      <a:pPr marL="171450" lvl="0" indent="-171450">
                        <a:buFont typeface="Arial" panose="020B0604020202020204" pitchFamily="34" charset="0"/>
                        <a:buChar char="•"/>
                      </a:pPr>
                      <a:r>
                        <a:rPr lang="en-US" sz="1100" b="0" i="0" u="none" strike="noStrike" kern="1200" baseline="0" dirty="0">
                          <a:solidFill>
                            <a:schemeClr val="tx1"/>
                          </a:solidFill>
                          <a:effectLst/>
                          <a:latin typeface="Calibri" panose="020F0502020204030204" pitchFamily="34" charset="0"/>
                          <a:ea typeface="+mn-ea"/>
                          <a:cs typeface="Calibri" panose="020F0502020204030204" pitchFamily="34" charset="0"/>
                        </a:rPr>
                        <a:t>Query engine in Hadoop is evolving rapidly and  getting better. Initial implementation was done based on </a:t>
                      </a:r>
                      <a:r>
                        <a:rPr lang="en-US" sz="1100" b="1" i="0" u="none" strike="noStrike" kern="1200" baseline="0" dirty="0" err="1">
                          <a:solidFill>
                            <a:schemeClr val="tx1"/>
                          </a:solidFill>
                          <a:effectLst/>
                          <a:latin typeface="Calibri" panose="020F0502020204030204" pitchFamily="34" charset="0"/>
                          <a:ea typeface="+mn-ea"/>
                          <a:cs typeface="Calibri" panose="020F0502020204030204" pitchFamily="34" charset="0"/>
                        </a:rPr>
                        <a:t>MapReduce</a:t>
                      </a:r>
                      <a:r>
                        <a:rPr lang="en-US" sz="1100" b="0" i="0" u="none" strike="noStrike" kern="1200" baseline="0" dirty="0">
                          <a:solidFill>
                            <a:schemeClr val="tx1"/>
                          </a:solidFill>
                          <a:effectLst/>
                          <a:latin typeface="Calibri" panose="020F0502020204030204" pitchFamily="34" charset="0"/>
                          <a:ea typeface="+mn-ea"/>
                          <a:cs typeface="Calibri" panose="020F0502020204030204" pitchFamily="34" charset="0"/>
                        </a:rPr>
                        <a:t>. Currently  </a:t>
                      </a:r>
                      <a:r>
                        <a:rPr lang="en-US" sz="1100" b="1" i="0" u="none" strike="noStrike" kern="1200" baseline="0" dirty="0" err="1">
                          <a:solidFill>
                            <a:schemeClr val="tx1"/>
                          </a:solidFill>
                          <a:effectLst/>
                          <a:latin typeface="Calibri" panose="020F0502020204030204" pitchFamily="34" charset="0"/>
                          <a:ea typeface="+mn-ea"/>
                          <a:cs typeface="Calibri" panose="020F0502020204030204" pitchFamily="34" charset="0"/>
                        </a:rPr>
                        <a:t>Tez</a:t>
                      </a:r>
                      <a:r>
                        <a:rPr lang="en-US" sz="1100" b="0" i="0" u="none" strike="noStrike" kern="1200" baseline="0" dirty="0">
                          <a:solidFill>
                            <a:schemeClr val="tx1"/>
                          </a:solidFill>
                          <a:effectLst/>
                          <a:latin typeface="Calibri" panose="020F0502020204030204" pitchFamily="34" charset="0"/>
                          <a:ea typeface="+mn-ea"/>
                          <a:cs typeface="Calibri" panose="020F0502020204030204" pitchFamily="34" charset="0"/>
                        </a:rPr>
                        <a:t> is the preferred engine. </a:t>
                      </a:r>
                    </a:p>
                    <a:p>
                      <a:pPr marL="171450" lvl="0" indent="-171450">
                        <a:buFont typeface="Arial" panose="020B0604020202020204" pitchFamily="34" charset="0"/>
                        <a:buChar char="•"/>
                      </a:pPr>
                      <a:r>
                        <a:rPr lang="en-US" sz="1100" b="0" i="0" u="none" strike="noStrike" kern="1200" baseline="0" dirty="0">
                          <a:solidFill>
                            <a:schemeClr val="tx1"/>
                          </a:solidFill>
                          <a:effectLst/>
                          <a:latin typeface="Calibri" panose="020F0502020204030204" pitchFamily="34" charset="0"/>
                          <a:ea typeface="+mn-ea"/>
                          <a:cs typeface="Calibri" panose="020F0502020204030204" pitchFamily="34" charset="0"/>
                        </a:rPr>
                        <a:t>As the next steps, consider </a:t>
                      </a:r>
                      <a:r>
                        <a:rPr lang="en-US" sz="1100" b="1" i="0" u="none" strike="noStrike" kern="1200" baseline="0" dirty="0">
                          <a:solidFill>
                            <a:schemeClr val="tx1"/>
                          </a:solidFill>
                          <a:effectLst/>
                          <a:latin typeface="Calibri" panose="020F0502020204030204" pitchFamily="34" charset="0"/>
                          <a:ea typeface="+mn-ea"/>
                          <a:cs typeface="Calibri" panose="020F0502020204030204" pitchFamily="34" charset="0"/>
                        </a:rPr>
                        <a:t>Spark</a:t>
                      </a:r>
                      <a:r>
                        <a:rPr lang="en-US" sz="1100" b="0" i="0" u="none" strike="noStrike" kern="1200" baseline="0" dirty="0">
                          <a:solidFill>
                            <a:schemeClr val="tx1"/>
                          </a:solidFill>
                          <a:effectLst/>
                          <a:latin typeface="Calibri" panose="020F0502020204030204" pitchFamily="34" charset="0"/>
                          <a:ea typeface="+mn-ea"/>
                          <a:cs typeface="Calibri" panose="020F0502020204030204" pitchFamily="34" charset="0"/>
                        </a:rPr>
                        <a:t> </a:t>
                      </a:r>
                      <a:r>
                        <a:rPr lang="en-US" sz="1100" b="1" i="0" u="none" strike="noStrike" kern="1200" baseline="0" dirty="0">
                          <a:solidFill>
                            <a:schemeClr val="tx1"/>
                          </a:solidFill>
                          <a:effectLst/>
                          <a:latin typeface="Calibri" panose="020F0502020204030204" pitchFamily="34" charset="0"/>
                          <a:ea typeface="+mn-ea"/>
                          <a:cs typeface="Calibri" panose="020F0502020204030204" pitchFamily="34" charset="0"/>
                        </a:rPr>
                        <a:t>SQL</a:t>
                      </a:r>
                      <a:r>
                        <a:rPr lang="en-US" sz="1100" b="0" i="0" u="none" strike="noStrike" kern="1200" baseline="0" dirty="0">
                          <a:solidFill>
                            <a:schemeClr val="tx1"/>
                          </a:solidFill>
                          <a:effectLst/>
                          <a:latin typeface="Calibri" panose="020F0502020204030204" pitchFamily="34" charset="0"/>
                          <a:ea typeface="+mn-ea"/>
                          <a:cs typeface="Calibri" panose="020F0502020204030204" pitchFamily="34" charset="0"/>
                        </a:rPr>
                        <a:t> as query processor as much as possible. Spark can help </a:t>
                      </a:r>
                      <a:r>
                        <a:rPr lang="en-US" sz="1100" b="0" i="0" kern="1200" dirty="0">
                          <a:solidFill>
                            <a:schemeClr val="tx1"/>
                          </a:solidFill>
                          <a:effectLst/>
                          <a:latin typeface="Calibri" panose="020F0502020204030204" pitchFamily="34" charset="0"/>
                          <a:ea typeface="+mn-ea"/>
                          <a:cs typeface="Calibri" panose="020F0502020204030204" pitchFamily="34" charset="0"/>
                        </a:rPr>
                        <a:t>to execute SQL queries in memory on distributed data sets persisted in HDFS for faster processing. </a:t>
                      </a:r>
                      <a:r>
                        <a:rPr lang="en-US" sz="1100" b="0" i="0" kern="1200" dirty="0" err="1">
                          <a:solidFill>
                            <a:schemeClr val="tx1"/>
                          </a:solidFill>
                          <a:effectLst/>
                          <a:latin typeface="Calibri" panose="020F0502020204030204" pitchFamily="34" charset="0"/>
                          <a:ea typeface="+mn-ea"/>
                          <a:cs typeface="Calibri" panose="020F0502020204030204" pitchFamily="34" charset="0"/>
                        </a:rPr>
                        <a:t>SparkSql</a:t>
                      </a:r>
                      <a:r>
                        <a:rPr lang="en-US" sz="1100" b="0" i="0" kern="1200" baseline="0" dirty="0">
                          <a:solidFill>
                            <a:schemeClr val="tx1"/>
                          </a:solidFill>
                          <a:effectLst/>
                          <a:latin typeface="Calibri" panose="020F0502020204030204" pitchFamily="34" charset="0"/>
                          <a:ea typeface="+mn-ea"/>
                          <a:cs typeface="Calibri" panose="020F0502020204030204" pitchFamily="34" charset="0"/>
                        </a:rPr>
                        <a:t> supports Hive data formats. The Hive </a:t>
                      </a:r>
                      <a:r>
                        <a:rPr lang="en-US" sz="1100" b="0" i="0" kern="1200" baseline="0" dirty="0" err="1">
                          <a:solidFill>
                            <a:schemeClr val="tx1"/>
                          </a:solidFill>
                          <a:effectLst/>
                          <a:latin typeface="Calibri" panose="020F0502020204030204" pitchFamily="34" charset="0"/>
                          <a:ea typeface="+mn-ea"/>
                          <a:cs typeface="Calibri" panose="020F0502020204030204" pitchFamily="34" charset="0"/>
                        </a:rPr>
                        <a:t>metastore</a:t>
                      </a:r>
                      <a:r>
                        <a:rPr lang="en-US" sz="1100" b="0" i="0" kern="1200" baseline="0" dirty="0">
                          <a:solidFill>
                            <a:schemeClr val="tx1"/>
                          </a:solidFill>
                          <a:effectLst/>
                          <a:latin typeface="Calibri" panose="020F0502020204030204" pitchFamily="34" charset="0"/>
                          <a:ea typeface="+mn-ea"/>
                          <a:cs typeface="Calibri" panose="020F0502020204030204" pitchFamily="34" charset="0"/>
                        </a:rPr>
                        <a:t> is used to get the metadata of the data stored. </a:t>
                      </a:r>
                      <a:endParaRPr lang="en-US" sz="1100" b="0" i="0" u="none"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171450" lvl="0" indent="-171450">
                        <a:buFont typeface="Arial" panose="020B0604020202020204" pitchFamily="34" charset="0"/>
                        <a:buChar char="•"/>
                      </a:pPr>
                      <a:r>
                        <a:rPr lang="en-US" sz="1100" b="1" i="0" u="none" strike="noStrike" kern="1200" baseline="0" dirty="0">
                          <a:solidFill>
                            <a:schemeClr val="tx1"/>
                          </a:solidFill>
                          <a:effectLst/>
                          <a:latin typeface="Calibri" panose="020F0502020204030204" pitchFamily="34" charset="0"/>
                          <a:ea typeface="+mn-ea"/>
                          <a:cs typeface="Calibri" panose="020F0502020204030204" pitchFamily="34" charset="0"/>
                        </a:rPr>
                        <a:t>LLAP(Low Latency Analytical Processing)  - </a:t>
                      </a:r>
                      <a:r>
                        <a:rPr lang="en-US" sz="1100" b="0" i="0" u="none" strike="noStrike" kern="1200" baseline="0" dirty="0">
                          <a:solidFill>
                            <a:schemeClr val="tx1"/>
                          </a:solidFill>
                          <a:effectLst/>
                          <a:latin typeface="Calibri" panose="020F0502020204030204" pitchFamily="34" charset="0"/>
                          <a:ea typeface="+mn-ea"/>
                          <a:cs typeface="Calibri" panose="020F0502020204030204" pitchFamily="34" charset="0"/>
                        </a:rPr>
                        <a:t>This is next generation query engine and  is available in HDP 2.6. </a:t>
                      </a:r>
                    </a:p>
                    <a:p>
                      <a:pPr marL="0" lvl="0" indent="0">
                        <a:buFont typeface="Courier New" panose="02070309020205020404" pitchFamily="49" charset="0"/>
                        <a:buNone/>
                      </a:pPr>
                      <a:r>
                        <a:rPr lang="en-US" sz="1100" b="0" i="0" u="none" strike="noStrike" kern="1200" baseline="0" dirty="0">
                          <a:solidFill>
                            <a:schemeClr val="tx1"/>
                          </a:solidFill>
                          <a:effectLst/>
                          <a:latin typeface="Calibri" panose="020F0502020204030204" pitchFamily="34" charset="0"/>
                          <a:ea typeface="+mn-ea"/>
                          <a:cs typeface="Calibri" panose="020F0502020204030204" pitchFamily="34" charset="0"/>
                        </a:rPr>
                        <a:t>               One click enablement in </a:t>
                      </a:r>
                      <a:r>
                        <a:rPr lang="en-US" sz="1100" b="0" i="0" u="none" strike="noStrike" kern="1200" baseline="0" dirty="0" err="1">
                          <a:solidFill>
                            <a:schemeClr val="tx1"/>
                          </a:solidFill>
                          <a:effectLst/>
                          <a:latin typeface="Calibri" panose="020F0502020204030204" pitchFamily="34" charset="0"/>
                          <a:ea typeface="+mn-ea"/>
                          <a:cs typeface="Calibri" panose="020F0502020204030204" pitchFamily="34" charset="0"/>
                        </a:rPr>
                        <a:t>Ambari</a:t>
                      </a:r>
                      <a:r>
                        <a:rPr lang="en-US" sz="1100" b="0" i="0" u="none" strike="noStrike" kern="1200" baseline="0" dirty="0">
                          <a:solidFill>
                            <a:schemeClr val="tx1"/>
                          </a:solidFill>
                          <a:effectLst/>
                          <a:latin typeface="Calibri" panose="020F0502020204030204" pitchFamily="34" charset="0"/>
                          <a:ea typeface="+mn-ea"/>
                          <a:cs typeface="Calibri" panose="020F0502020204030204" pitchFamily="34" charset="0"/>
                        </a:rPr>
                        <a:t> makes for easy LLAP implementation.                                                                                                                                                                </a:t>
                      </a:r>
                    </a:p>
                    <a:p>
                      <a:pPr marL="0" lvl="0" indent="0">
                        <a:buFont typeface="Arial" panose="020B0604020202020204" pitchFamily="34" charset="0"/>
                        <a:buNone/>
                      </a:pPr>
                      <a:endParaRPr lang="en-US" sz="700" b="1" i="0" u="sng"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0" lvl="0" indent="0">
                        <a:buFont typeface="Arial" panose="020B0604020202020204" pitchFamily="34" charset="0"/>
                        <a:buNone/>
                      </a:pPr>
                      <a:endParaRPr lang="en-US" sz="700" b="1" i="0" u="sng"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0" lvl="0" indent="0">
                        <a:buFont typeface="Arial" panose="020B0604020202020204" pitchFamily="34" charset="0"/>
                        <a:buNone/>
                      </a:pPr>
                      <a:endParaRPr lang="en-US" sz="700" b="1" i="0" u="sng"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0" lvl="0" indent="0">
                        <a:buFont typeface="Arial" panose="020B0604020202020204" pitchFamily="34" charset="0"/>
                        <a:buNone/>
                      </a:pPr>
                      <a:endParaRPr lang="en-US" sz="700" b="1" i="0" u="sng"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0" lvl="0" indent="0">
                        <a:buFont typeface="Arial" panose="020B0604020202020204" pitchFamily="34" charset="0"/>
                        <a:buNone/>
                      </a:pPr>
                      <a:endParaRPr lang="en-US" sz="700" b="1" i="0" u="sng"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0" lvl="0" indent="0">
                        <a:buFont typeface="Arial" panose="020B0604020202020204" pitchFamily="34" charset="0"/>
                        <a:buNone/>
                      </a:pPr>
                      <a:endParaRPr lang="en-US" sz="700" b="1" i="0" u="sng"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0" lvl="0" indent="0">
                        <a:buFont typeface="Arial" panose="020B0604020202020204" pitchFamily="34" charset="0"/>
                        <a:buNone/>
                      </a:pPr>
                      <a:endParaRPr lang="en-US" sz="700" b="1" i="0" u="sng"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0" lvl="0" indent="0">
                        <a:buFont typeface="Arial" panose="020B0604020202020204" pitchFamily="34" charset="0"/>
                        <a:buNone/>
                      </a:pPr>
                      <a:endParaRPr lang="en-US" sz="700" b="1" i="0" u="sng"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0" lvl="0" indent="0">
                        <a:buFont typeface="Arial" panose="020B0604020202020204" pitchFamily="34" charset="0"/>
                        <a:buNone/>
                      </a:pPr>
                      <a:endParaRPr lang="en-US" sz="700" b="1" i="0" u="sng"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0" lvl="0" indent="0">
                        <a:buFont typeface="Arial" panose="020B0604020202020204" pitchFamily="34" charset="0"/>
                        <a:buNone/>
                      </a:pPr>
                      <a:endParaRPr lang="en-US" sz="700" b="1" i="0" u="sng"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0" lvl="0" indent="0">
                        <a:buFont typeface="Arial" panose="020B0604020202020204" pitchFamily="34" charset="0"/>
                        <a:buNone/>
                      </a:pPr>
                      <a:endParaRPr lang="en-US" sz="700" b="1" i="0" u="sng"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0" lvl="0" indent="0">
                        <a:buFont typeface="Arial" panose="020B0604020202020204" pitchFamily="34" charset="0"/>
                        <a:buNone/>
                      </a:pPr>
                      <a:endParaRPr lang="en-US" sz="700" b="1" i="0" u="sng"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0" lvl="0" indent="0">
                        <a:buFont typeface="Arial" panose="020B0604020202020204" pitchFamily="34" charset="0"/>
                        <a:buNone/>
                      </a:pPr>
                      <a:endParaRPr lang="en-US" sz="700" b="1" i="0" u="sng"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0" lvl="0" indent="0">
                        <a:buFont typeface="Arial" panose="020B0604020202020204" pitchFamily="34" charset="0"/>
                        <a:buNone/>
                      </a:pPr>
                      <a:endParaRPr lang="en-US" sz="700" b="1" i="0" u="sng"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0" lvl="0" indent="0">
                        <a:buFont typeface="Arial" panose="020B0604020202020204" pitchFamily="34" charset="0"/>
                        <a:buNone/>
                      </a:pPr>
                      <a:endParaRPr lang="en-US" sz="700" b="1" i="0" u="sng"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0" lvl="0" indent="0">
                        <a:buFont typeface="Arial" panose="020B0604020202020204" pitchFamily="34" charset="0"/>
                        <a:buNone/>
                      </a:pPr>
                      <a:endParaRPr lang="en-US" sz="700" b="1" i="0" u="sng"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0" lvl="0" indent="0">
                        <a:buFont typeface="Arial" panose="020B0604020202020204" pitchFamily="34" charset="0"/>
                        <a:buNone/>
                      </a:pPr>
                      <a:endParaRPr lang="en-US" sz="700" b="1" i="0" u="sng"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0" marR="0" lvl="0" indent="0" algn="l" defTabSz="91413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700" b="0" i="0" u="none" strike="noStrike" kern="1200" baseline="0" dirty="0">
                          <a:solidFill>
                            <a:schemeClr val="tx1"/>
                          </a:solidFill>
                          <a:effectLst/>
                          <a:latin typeface="Calibri" panose="020F0502020204030204" pitchFamily="34" charset="0"/>
                          <a:ea typeface="+mn-ea"/>
                          <a:cs typeface="Calibri" panose="020F0502020204030204" pitchFamily="34" charset="0"/>
                        </a:rPr>
                        <a:t>                                                                                                                                                 </a:t>
                      </a:r>
                      <a:r>
                        <a:rPr lang="en-US" sz="900" b="0" i="0" kern="1200" baseline="0" dirty="0" err="1">
                          <a:solidFill>
                            <a:schemeClr val="dk1"/>
                          </a:solidFill>
                          <a:effectLst/>
                          <a:latin typeface="Calibri" panose="020F0502020204030204" pitchFamily="34" charset="0"/>
                          <a:ea typeface="+mn-ea"/>
                          <a:cs typeface="Calibri" panose="020F0502020204030204" pitchFamily="34" charset="0"/>
                        </a:rPr>
                        <a:t>Tez</a:t>
                      </a:r>
                      <a:r>
                        <a:rPr lang="en-US" sz="900" b="0" i="0" kern="1200" dirty="0">
                          <a:solidFill>
                            <a:schemeClr val="dk1"/>
                          </a:solidFill>
                          <a:effectLst/>
                          <a:latin typeface="Calibri" panose="020F0502020204030204" pitchFamily="34" charset="0"/>
                          <a:ea typeface="+mn-ea"/>
                          <a:cs typeface="Calibri" panose="020F0502020204030204" pitchFamily="34" charset="0"/>
                        </a:rPr>
                        <a:t> execution with LLAP</a:t>
                      </a:r>
                      <a:endParaRPr lang="en-US" sz="700" b="1" i="0" u="sng" strike="noStrike" kern="1200" baseline="0" dirty="0">
                        <a:solidFill>
                          <a:schemeClr val="tx1"/>
                        </a:solidFill>
                        <a:effectLst/>
                        <a:latin typeface="Calibri" panose="020F0502020204030204" pitchFamily="34" charset="0"/>
                        <a:ea typeface="+mn-ea"/>
                        <a:cs typeface="Calibri" panose="020F0502020204030204" pitchFamily="34" charset="0"/>
                      </a:endParaRPr>
                    </a:p>
                    <a:p>
                      <a:pPr marL="0" lvl="0" indent="0">
                        <a:buFont typeface="Arial" panose="020B0604020202020204" pitchFamily="34" charset="0"/>
                        <a:buNone/>
                      </a:pPr>
                      <a:endParaRPr lang="en-US" sz="700" b="1" i="0" u="sng" strike="noStrike" kern="1200" baseline="0" dirty="0">
                        <a:solidFill>
                          <a:schemeClr val="tx1"/>
                        </a:solidFill>
                        <a:effectLst/>
                        <a:latin typeface="Calibri" panose="020F0502020204030204" pitchFamily="34" charset="0"/>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chemeClr val="bg1">
                        <a:lumMod val="85000"/>
                      </a:schemeClr>
                    </a:solidFill>
                  </a:tcPr>
                </a:tc>
                <a:extLst>
                  <a:ext uri="{0D108BD9-81ED-4DB2-BD59-A6C34878D82A}">
                    <a16:rowId xmlns:a16="http://schemas.microsoft.com/office/drawing/2014/main" val="10001"/>
                  </a:ext>
                </a:extLst>
              </a:tr>
              <a:tr h="216608">
                <a:tc>
                  <a:txBody>
                    <a:bodyPr/>
                    <a:lstStyle/>
                    <a:p>
                      <a:pPr marL="0" marR="0" lvl="0" indent="0" algn="l" defTabSz="91413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b="0" i="0" u="none" strike="noStrike" kern="1200" baseline="0" dirty="0">
                          <a:solidFill>
                            <a:schemeClr val="tx1"/>
                          </a:solidFill>
                          <a:effectLst/>
                          <a:latin typeface="Calibri" panose="020F0502020204030204" pitchFamily="34" charset="0"/>
                          <a:ea typeface="+mn-ea"/>
                          <a:cs typeface="Calibri" panose="020F0502020204030204" pitchFamily="34" charset="0"/>
                        </a:rPr>
                        <a:t> </a:t>
                      </a:r>
                      <a:r>
                        <a:rPr lang="en-US" sz="800" b="1" i="0" u="sng" strike="noStrike" kern="1200" baseline="0" dirty="0">
                          <a:solidFill>
                            <a:schemeClr val="tx1"/>
                          </a:solidFill>
                          <a:effectLst/>
                          <a:latin typeface="Calibri" panose="020F0502020204030204" pitchFamily="34" charset="0"/>
                          <a:ea typeface="+mn-ea"/>
                          <a:cs typeface="Calibri" panose="020F0502020204030204" pitchFamily="34" charset="0"/>
                        </a:rPr>
                        <a:t>Further reading </a:t>
                      </a:r>
                      <a:r>
                        <a:rPr lang="en-US" sz="800" b="0" i="0" u="none" strike="noStrike" kern="1200" baseline="0" dirty="0">
                          <a:solidFill>
                            <a:schemeClr val="tx1"/>
                          </a:solidFill>
                          <a:effectLst/>
                          <a:latin typeface="Calibri" panose="020F0502020204030204" pitchFamily="34" charset="0"/>
                          <a:ea typeface="+mn-ea"/>
                          <a:cs typeface="Calibri" panose="020F0502020204030204" pitchFamily="34" charset="0"/>
                        </a:rPr>
                        <a:t>- </a:t>
                      </a:r>
                      <a:r>
                        <a:rPr lang="en-US" sz="800" b="0" i="0" u="none" strike="noStrike" kern="1200" baseline="0" dirty="0">
                          <a:solidFill>
                            <a:schemeClr val="tx1"/>
                          </a:solidFill>
                          <a:effectLst/>
                          <a:latin typeface="Calibri" panose="020F0502020204030204" pitchFamily="34" charset="0"/>
                          <a:ea typeface="+mn-ea"/>
                          <a:cs typeface="Calibri" panose="020F0502020204030204" pitchFamily="34" charset="0"/>
                          <a:hlinkClick r:id="rId2"/>
                        </a:rPr>
                        <a:t>https://hortonworks.com/blog/top-5-performance-boosters-with-apache-hive-llap</a:t>
                      </a:r>
                      <a:endParaRPr lang="en-US" sz="900" b="0" i="0" u="none" strike="noStrike" kern="1200" baseline="0" dirty="0">
                        <a:solidFill>
                          <a:schemeClr val="tx1"/>
                        </a:solidFill>
                        <a:effectLst/>
                        <a:latin typeface="Calibri" panose="020F0502020204030204" pitchFamily="34" charset="0"/>
                        <a:ea typeface="+mn-ea"/>
                        <a:cs typeface="Calibri" panose="020F0502020204030204" pitchFamily="34" charset="0"/>
                      </a:endParaRPr>
                    </a:p>
                  </a:txBody>
                  <a:tcPr>
                    <a:lnL w="12700" cap="flat" cmpd="sng" algn="ctr">
                      <a:solidFill>
                        <a:schemeClr val="tx1"/>
                      </a:solidFill>
                      <a:prstDash val="solid"/>
                      <a:round/>
                      <a:headEnd type="none" w="med" len="med"/>
                      <a:tailEnd type="none" w="med" len="med"/>
                    </a:lnL>
                    <a:solidFill>
                      <a:schemeClr val="bg1">
                        <a:lumMod val="85000"/>
                      </a:schemeClr>
                    </a:solidFill>
                  </a:tcPr>
                </a:tc>
                <a:extLst>
                  <a:ext uri="{0D108BD9-81ED-4DB2-BD59-A6C34878D82A}">
                    <a16:rowId xmlns:a16="http://schemas.microsoft.com/office/drawing/2014/main" val="10002"/>
                  </a:ext>
                </a:extLst>
              </a:tr>
            </a:tbl>
          </a:graphicData>
        </a:graphic>
      </p:graphicFrame>
      <p:sp>
        <p:nvSpPr>
          <p:cNvPr id="12" name="TextBox 11"/>
          <p:cNvSpPr txBox="1"/>
          <p:nvPr/>
        </p:nvSpPr>
        <p:spPr>
          <a:xfrm>
            <a:off x="339361" y="522607"/>
            <a:ext cx="7403855" cy="257369"/>
          </a:xfrm>
          <a:prstGeom prst="rect">
            <a:avLst/>
          </a:prstGeom>
          <a:solidFill>
            <a:srgbClr val="003344"/>
          </a:solidFill>
          <a:ln>
            <a:solidFill>
              <a:schemeClr val="tx1"/>
            </a:solidFill>
          </a:ln>
        </p:spPr>
        <p:txBody>
          <a:bodyPr wrap="square" lIns="36000" tIns="36000" rIns="36000" bIns="36000" rtlCol="0">
            <a:spAutoFit/>
          </a:bodyPr>
          <a:lstStyle/>
          <a:p>
            <a:pPr algn="l"/>
            <a:r>
              <a:rPr lang="en-US" sz="1200" dirty="0">
                <a:solidFill>
                  <a:schemeClr val="bg1"/>
                </a:solidFill>
              </a:rPr>
              <a:t>Hive Performance</a:t>
            </a:r>
          </a:p>
        </p:txBody>
      </p:sp>
      <p:pic>
        <p:nvPicPr>
          <p:cNvPr id="5" name="Picture 2" descr="https://cwiki.apache.org/confluence/download/attachments/62689557/LLAP_diagram.png?version=1&amp;modificationDate=1474327021000&amp;api=v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09756" y="2405706"/>
            <a:ext cx="3463063" cy="1636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4136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0361" y="5374"/>
            <a:ext cx="8389643" cy="378355"/>
          </a:xfrm>
        </p:spPr>
        <p:txBody>
          <a:bodyPr>
            <a:normAutofit fontScale="90000"/>
          </a:bodyPr>
          <a:lstStyle/>
          <a:p>
            <a:r>
              <a:rPr lang="en-US" dirty="0"/>
              <a:t>Hive Query Tuning</a:t>
            </a:r>
          </a:p>
        </p:txBody>
      </p:sp>
      <p:sp>
        <p:nvSpPr>
          <p:cNvPr id="12" name="TextBox 11"/>
          <p:cNvSpPr txBox="1"/>
          <p:nvPr/>
        </p:nvSpPr>
        <p:spPr>
          <a:xfrm>
            <a:off x="339357" y="469618"/>
            <a:ext cx="7932911" cy="257369"/>
          </a:xfrm>
          <a:prstGeom prst="rect">
            <a:avLst/>
          </a:prstGeom>
          <a:solidFill>
            <a:srgbClr val="003344"/>
          </a:solidFill>
          <a:ln>
            <a:solidFill>
              <a:schemeClr val="tx1"/>
            </a:solidFill>
          </a:ln>
        </p:spPr>
        <p:txBody>
          <a:bodyPr wrap="square" lIns="36000" tIns="36000" rIns="36000" bIns="36000" rtlCol="0">
            <a:spAutoFit/>
          </a:bodyPr>
          <a:lstStyle/>
          <a:p>
            <a:pPr algn="l"/>
            <a:r>
              <a:rPr lang="en-US" sz="1200" b="1" dirty="0">
                <a:solidFill>
                  <a:schemeClr val="bg1"/>
                </a:solidFill>
              </a:rPr>
              <a:t>Findings</a:t>
            </a:r>
          </a:p>
        </p:txBody>
      </p:sp>
      <p:sp>
        <p:nvSpPr>
          <p:cNvPr id="3" name="Rectangle 2"/>
          <p:cNvSpPr/>
          <p:nvPr/>
        </p:nvSpPr>
        <p:spPr bwMode="gray">
          <a:xfrm>
            <a:off x="339357" y="726987"/>
            <a:ext cx="7932911" cy="1043901"/>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square" lIns="72000" tIns="72000" rIns="72000" bIns="72000" numCol="1" rtlCol="0" anchor="t" anchorCtr="0" compatLnSpc="1">
            <a:prstTxWarp prst="textNoShape">
              <a:avLst/>
            </a:prstTxWarp>
            <a:noAutofit/>
          </a:bodyPr>
          <a:lstStyle/>
          <a:p>
            <a:pPr marL="285750" marR="0" indent="-285750" algn="l" defTabSz="914400" rtl="0" eaLnBrk="1" fontAlgn="base" latinLnBrk="0" hangingPunct="1">
              <a:lnSpc>
                <a:spcPct val="100000"/>
              </a:lnSpc>
              <a:spcBef>
                <a:spcPts val="0"/>
              </a:spcBef>
              <a:spcAft>
                <a:spcPts val="300"/>
              </a:spcAft>
              <a:buClrTx/>
              <a:buSzTx/>
              <a:buFont typeface="Arial" panose="020B0604020202020204" pitchFamily="34" charset="0"/>
              <a:buChar char="•"/>
              <a:tabLst/>
            </a:pPr>
            <a:r>
              <a:rPr lang="en-US" sz="1000" kern="0" dirty="0">
                <a:solidFill>
                  <a:sysClr val="windowText" lastClr="000000"/>
                </a:solidFill>
                <a:latin typeface="Calibri" panose="020F0502020204030204" pitchFamily="34" charset="0"/>
                <a:cs typeface="Calibri" panose="020F0502020204030204" pitchFamily="34" charset="0"/>
              </a:rPr>
              <a:t>CDI queries were written well but were taking longer time finish </a:t>
            </a:r>
          </a:p>
          <a:p>
            <a:pPr marL="285750" marR="0" indent="-285750" algn="l" defTabSz="914400" rtl="0" eaLnBrk="1" fontAlgn="base" latinLnBrk="0" hangingPunct="1">
              <a:lnSpc>
                <a:spcPct val="100000"/>
              </a:lnSpc>
              <a:spcBef>
                <a:spcPts val="0"/>
              </a:spcBef>
              <a:spcAft>
                <a:spcPts val="300"/>
              </a:spcAft>
              <a:buClrTx/>
              <a:buSzTx/>
              <a:buFont typeface="Arial" panose="020B0604020202020204" pitchFamily="34" charset="0"/>
              <a:buChar char="•"/>
              <a:tabLst/>
            </a:pPr>
            <a:r>
              <a:rPr lang="en-US" sz="1000" kern="0" dirty="0">
                <a:solidFill>
                  <a:sysClr val="windowText" lastClr="000000"/>
                </a:solidFill>
                <a:latin typeface="Calibri" panose="020F0502020204030204" pitchFamily="34" charset="0"/>
                <a:cs typeface="Calibri" panose="020F0502020204030204" pitchFamily="34" charset="0"/>
              </a:rPr>
              <a:t>Major Hive tables were not partitioned</a:t>
            </a:r>
          </a:p>
          <a:p>
            <a:pPr marL="285750" marR="0" indent="-285750" algn="l" defTabSz="914400" rtl="0" eaLnBrk="1" fontAlgn="base" latinLnBrk="0" hangingPunct="1">
              <a:lnSpc>
                <a:spcPct val="100000"/>
              </a:lnSpc>
              <a:spcBef>
                <a:spcPts val="0"/>
              </a:spcBef>
              <a:spcAft>
                <a:spcPts val="300"/>
              </a:spcAft>
              <a:buClrTx/>
              <a:buSzTx/>
              <a:buFont typeface="Arial" panose="020B0604020202020204" pitchFamily="34" charset="0"/>
              <a:buChar char="•"/>
              <a:tabLst/>
            </a:pPr>
            <a:r>
              <a:rPr lang="en-US" sz="1000" kern="0" dirty="0">
                <a:solidFill>
                  <a:sysClr val="windowText" lastClr="000000"/>
                </a:solidFill>
                <a:latin typeface="Calibri" panose="020F0502020204030204" pitchFamily="34" charset="0"/>
                <a:cs typeface="Calibri" panose="020F0502020204030204" pitchFamily="34" charset="0"/>
              </a:rPr>
              <a:t>Stats were not collected after major data loads</a:t>
            </a:r>
          </a:p>
          <a:p>
            <a:pPr marL="285750" marR="0" indent="-285750" algn="l" defTabSz="914400" rtl="0" eaLnBrk="1" fontAlgn="base" latinLnBrk="0" hangingPunct="1">
              <a:lnSpc>
                <a:spcPct val="100000"/>
              </a:lnSpc>
              <a:spcBef>
                <a:spcPts val="0"/>
              </a:spcBef>
              <a:spcAft>
                <a:spcPts val="300"/>
              </a:spcAft>
              <a:buClrTx/>
              <a:buSzTx/>
              <a:buFont typeface="Arial" panose="020B0604020202020204" pitchFamily="34" charset="0"/>
              <a:buChar char="•"/>
              <a:tabLst/>
            </a:pPr>
            <a:r>
              <a:rPr lang="en-US" sz="900" kern="0" dirty="0">
                <a:solidFill>
                  <a:sysClr val="windowText" lastClr="000000"/>
                </a:solidFill>
                <a:latin typeface="Calibri" panose="020F0502020204030204" pitchFamily="34" charset="0"/>
                <a:cs typeface="Calibri" panose="020F0502020204030204" pitchFamily="34" charset="0"/>
              </a:rPr>
              <a:t>Hive/</a:t>
            </a:r>
            <a:r>
              <a:rPr lang="en-US" sz="900" kern="0" dirty="0" err="1">
                <a:solidFill>
                  <a:sysClr val="windowText" lastClr="000000"/>
                </a:solidFill>
                <a:latin typeface="Calibri" panose="020F0502020204030204" pitchFamily="34" charset="0"/>
                <a:cs typeface="Calibri" panose="020F0502020204030204" pitchFamily="34" charset="0"/>
              </a:rPr>
              <a:t>Tez</a:t>
            </a:r>
            <a:r>
              <a:rPr lang="en-US" sz="900" kern="0" dirty="0">
                <a:solidFill>
                  <a:sysClr val="windowText" lastClr="000000"/>
                </a:solidFill>
                <a:latin typeface="Calibri" panose="020F0502020204030204" pitchFamily="34" charset="0"/>
                <a:cs typeface="Calibri" panose="020F0502020204030204" pitchFamily="34" charset="0"/>
              </a:rPr>
              <a:t>/YARN  Settings were not optimized</a:t>
            </a:r>
            <a:endParaRPr kumimoji="0" lang="en-US" sz="900" i="0" u="none" strike="noStrike" kern="0" cap="none" spc="0" normalizeH="0" baseline="0" noProof="0" dirty="0" err="1">
              <a:ln>
                <a:noFill/>
              </a:ln>
              <a:solidFill>
                <a:sysClr val="windowText" lastClr="000000"/>
              </a:solidFill>
              <a:effectLst/>
              <a:uLnTx/>
              <a:uFillTx/>
              <a:latin typeface="Calibri" panose="020F0502020204030204" pitchFamily="34" charset="0"/>
              <a:cs typeface="Calibri" panose="020F0502020204030204" pitchFamily="34" charset="0"/>
            </a:endParaRPr>
          </a:p>
        </p:txBody>
      </p:sp>
      <p:sp>
        <p:nvSpPr>
          <p:cNvPr id="6" name="TextBox 5"/>
          <p:cNvSpPr txBox="1"/>
          <p:nvPr/>
        </p:nvSpPr>
        <p:spPr>
          <a:xfrm>
            <a:off x="339353" y="1581255"/>
            <a:ext cx="7932911" cy="257369"/>
          </a:xfrm>
          <a:prstGeom prst="rect">
            <a:avLst/>
          </a:prstGeom>
          <a:solidFill>
            <a:srgbClr val="003344"/>
          </a:solidFill>
          <a:ln>
            <a:solidFill>
              <a:schemeClr val="tx1"/>
            </a:solidFill>
          </a:ln>
        </p:spPr>
        <p:txBody>
          <a:bodyPr wrap="square" lIns="36000" tIns="36000" rIns="36000" bIns="36000" rtlCol="0">
            <a:spAutoFit/>
          </a:bodyPr>
          <a:lstStyle/>
          <a:p>
            <a:pPr algn="l"/>
            <a:r>
              <a:rPr lang="en-US" sz="1200" b="1" dirty="0">
                <a:solidFill>
                  <a:schemeClr val="bg1"/>
                </a:solidFill>
              </a:rPr>
              <a:t>Actions taken</a:t>
            </a:r>
          </a:p>
        </p:txBody>
      </p:sp>
      <p:sp>
        <p:nvSpPr>
          <p:cNvPr id="7" name="Rectangle 6"/>
          <p:cNvSpPr/>
          <p:nvPr/>
        </p:nvSpPr>
        <p:spPr bwMode="gray">
          <a:xfrm>
            <a:off x="339354" y="1838625"/>
            <a:ext cx="7932911" cy="786531"/>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square" lIns="72000" tIns="72000" rIns="72000" bIns="72000" numCol="1" rtlCol="0" anchor="t" anchorCtr="0" compatLnSpc="1">
            <a:prstTxWarp prst="textNoShape">
              <a:avLst/>
            </a:prstTxWarp>
            <a:noAutofit/>
          </a:bodyPr>
          <a:lstStyle/>
          <a:p>
            <a:pPr marL="171450" indent="-171450">
              <a:buFont typeface="Arial" panose="020B0604020202020204" pitchFamily="34" charset="0"/>
              <a:buChar char="•"/>
            </a:pPr>
            <a:r>
              <a:rPr lang="en-US" sz="900" dirty="0">
                <a:solidFill>
                  <a:schemeClr val="dk1"/>
                </a:solidFill>
                <a:latin typeface="Calibri" panose="020F0502020204030204" pitchFamily="34" charset="0"/>
                <a:cs typeface="Calibri" panose="020F0502020204030204" pitchFamily="34" charset="0"/>
              </a:rPr>
              <a:t>Delivery tables were partitioned based on evet date and Partition column was incorporated in the  queries</a:t>
            </a:r>
          </a:p>
          <a:p>
            <a:pPr marL="171450" indent="-171450" defTabSz="914130" fontAlgn="auto">
              <a:spcBef>
                <a:spcPts val="0"/>
              </a:spcBef>
              <a:spcAft>
                <a:spcPts val="0"/>
              </a:spcAft>
              <a:buFont typeface="Arial" panose="020B0604020202020204" pitchFamily="34" charset="0"/>
              <a:buChar char="•"/>
              <a:defRPr/>
            </a:pPr>
            <a:r>
              <a:rPr lang="en-US" sz="900" dirty="0">
                <a:solidFill>
                  <a:schemeClr val="dk1"/>
                </a:solidFill>
                <a:latin typeface="Calibri" panose="020F0502020204030204" pitchFamily="34" charset="0"/>
                <a:cs typeface="Calibri" panose="020F0502020204030204" pitchFamily="34" charset="0"/>
              </a:rPr>
              <a:t>Original queries remain largely unchanged – only portions changed for tuning were in the delete sub-queries</a:t>
            </a:r>
          </a:p>
          <a:p>
            <a:pPr marL="171450" indent="-171450" defTabSz="914130" fontAlgn="auto">
              <a:spcBef>
                <a:spcPts val="0"/>
              </a:spcBef>
              <a:spcAft>
                <a:spcPts val="0"/>
              </a:spcAft>
              <a:buFont typeface="Arial" panose="020B0604020202020204" pitchFamily="34" charset="0"/>
              <a:buChar char="•"/>
              <a:defRPr/>
            </a:pPr>
            <a:r>
              <a:rPr lang="en-US" sz="900" dirty="0">
                <a:solidFill>
                  <a:schemeClr val="dk1"/>
                </a:solidFill>
                <a:latin typeface="Calibri" panose="020F0502020204030204" pitchFamily="34" charset="0"/>
                <a:cs typeface="Calibri" panose="020F0502020204030204" pitchFamily="34" charset="0"/>
              </a:rPr>
              <a:t>Tables were analyzed and Cost Based Optimizer was enabled</a:t>
            </a:r>
          </a:p>
          <a:p>
            <a:pPr marL="171450" indent="-171450" defTabSz="914130" fontAlgn="auto">
              <a:spcBef>
                <a:spcPts val="0"/>
              </a:spcBef>
              <a:spcAft>
                <a:spcPts val="0"/>
              </a:spcAft>
              <a:buFont typeface="Arial" panose="020B0604020202020204" pitchFamily="34" charset="0"/>
              <a:buChar char="•"/>
              <a:defRPr/>
            </a:pPr>
            <a:r>
              <a:rPr lang="en-US" sz="900" dirty="0">
                <a:solidFill>
                  <a:schemeClr val="dk1"/>
                </a:solidFill>
                <a:latin typeface="Calibri" panose="020F0502020204030204" pitchFamily="34" charset="0"/>
                <a:cs typeface="Calibri" panose="020F0502020204030204" pitchFamily="34" charset="0"/>
              </a:rPr>
              <a:t>Hive/</a:t>
            </a:r>
            <a:r>
              <a:rPr lang="en-US" sz="900" dirty="0" err="1">
                <a:solidFill>
                  <a:schemeClr val="dk1"/>
                </a:solidFill>
                <a:latin typeface="Calibri" panose="020F0502020204030204" pitchFamily="34" charset="0"/>
                <a:cs typeface="Calibri" panose="020F0502020204030204" pitchFamily="34" charset="0"/>
              </a:rPr>
              <a:t>Tez</a:t>
            </a:r>
            <a:r>
              <a:rPr lang="en-US" sz="900" dirty="0">
                <a:solidFill>
                  <a:schemeClr val="dk1"/>
                </a:solidFill>
                <a:latin typeface="Calibri" panose="020F0502020204030204" pitchFamily="34" charset="0"/>
                <a:cs typeface="Calibri" panose="020F0502020204030204" pitchFamily="34" charset="0"/>
              </a:rPr>
              <a:t>/YARN parameters including few runtime parameters were tuned</a:t>
            </a:r>
          </a:p>
          <a:p>
            <a:pPr marL="171450" indent="-171450" defTabSz="914130" fontAlgn="auto">
              <a:spcBef>
                <a:spcPts val="0"/>
              </a:spcBef>
              <a:spcAft>
                <a:spcPts val="0"/>
              </a:spcAft>
              <a:buFont typeface="Arial" panose="020B0604020202020204" pitchFamily="34" charset="0"/>
              <a:buChar char="•"/>
              <a:defRPr/>
            </a:pPr>
            <a:r>
              <a:rPr lang="en-US" sz="900" dirty="0">
                <a:solidFill>
                  <a:schemeClr val="dk1"/>
                </a:solidFill>
                <a:latin typeface="Calibri" panose="020F0502020204030204" pitchFamily="34" charset="0"/>
                <a:cs typeface="Calibri" panose="020F0502020204030204" pitchFamily="34" charset="0"/>
              </a:rPr>
              <a:t>Query performance was recorded after implementation of the above changes</a:t>
            </a:r>
          </a:p>
        </p:txBody>
      </p:sp>
      <p:sp>
        <p:nvSpPr>
          <p:cNvPr id="8" name="TextBox 7"/>
          <p:cNvSpPr txBox="1"/>
          <p:nvPr/>
        </p:nvSpPr>
        <p:spPr>
          <a:xfrm>
            <a:off x="329414" y="2629167"/>
            <a:ext cx="7932911" cy="257369"/>
          </a:xfrm>
          <a:prstGeom prst="rect">
            <a:avLst/>
          </a:prstGeom>
          <a:solidFill>
            <a:srgbClr val="003344"/>
          </a:solidFill>
          <a:ln>
            <a:solidFill>
              <a:schemeClr val="tx1"/>
            </a:solidFill>
          </a:ln>
        </p:spPr>
        <p:txBody>
          <a:bodyPr wrap="square" lIns="36000" tIns="36000" rIns="36000" bIns="36000" rtlCol="0">
            <a:spAutoFit/>
          </a:bodyPr>
          <a:lstStyle/>
          <a:p>
            <a:pPr algn="l"/>
            <a:r>
              <a:rPr lang="en-US" sz="1200" b="1" dirty="0">
                <a:solidFill>
                  <a:schemeClr val="bg1"/>
                </a:solidFill>
              </a:rPr>
              <a:t>Improvements</a:t>
            </a:r>
          </a:p>
        </p:txBody>
      </p:sp>
      <p:sp>
        <p:nvSpPr>
          <p:cNvPr id="9" name="Rectangle 8"/>
          <p:cNvSpPr/>
          <p:nvPr/>
        </p:nvSpPr>
        <p:spPr bwMode="gray">
          <a:xfrm>
            <a:off x="329414" y="2886536"/>
            <a:ext cx="7932911" cy="1902180"/>
          </a:xfrm>
          <a:prstGeom prst="rect">
            <a:avLst/>
          </a:prstGeom>
          <a:solidFill>
            <a:srgbClr val="778888">
              <a:lumMod val="20000"/>
              <a:lumOff val="80000"/>
            </a:srgbClr>
          </a:solidFill>
          <a:ln w="6350">
            <a:solidFill>
              <a:srgbClr val="778888">
                <a:lumMod val="20000"/>
                <a:lumOff val="80000"/>
              </a:srgbClr>
            </a:solidFill>
            <a:miter lim="800000"/>
            <a:headEnd/>
            <a:tailEnd/>
          </a:ln>
          <a:effectLst/>
        </p:spPr>
        <p:txBody>
          <a:bodyPr vert="horz" wrap="square" lIns="72000" tIns="72000" rIns="72000" bIns="72000" numCol="1" rtlCol="0" anchor="t" anchorCtr="0" compatLnSpc="1">
            <a:prstTxWarp prst="textNoShape">
              <a:avLst/>
            </a:prstTxWarp>
            <a:noAutofit/>
          </a:bodyPr>
          <a:lstStyle/>
          <a:p>
            <a:pPr marL="285750" marR="0" indent="-285750" algn="l" defTabSz="914400" rtl="0" eaLnBrk="1" fontAlgn="base" latinLnBrk="0" hangingPunct="1">
              <a:lnSpc>
                <a:spcPct val="100000"/>
              </a:lnSpc>
              <a:spcBef>
                <a:spcPts val="0"/>
              </a:spcBef>
              <a:spcAft>
                <a:spcPts val="300"/>
              </a:spcAft>
              <a:buClrTx/>
              <a:buSzTx/>
              <a:buFont typeface="Arial" panose="020B0604020202020204" pitchFamily="34" charset="0"/>
              <a:buChar char="•"/>
              <a:tabLst/>
            </a:pPr>
            <a:r>
              <a:rPr lang="en-US" sz="900" kern="0" dirty="0">
                <a:solidFill>
                  <a:sysClr val="windowText" lastClr="000000"/>
                </a:solidFill>
                <a:latin typeface="Calibri" panose="020F0502020204030204" pitchFamily="34" charset="0"/>
                <a:cs typeface="Calibri" panose="020F0502020204030204" pitchFamily="34" charset="0"/>
              </a:rPr>
              <a:t>Performance improvements from above changes reflected in below:</a:t>
            </a:r>
          </a:p>
          <a:p>
            <a:pPr marL="285750" marR="0" indent="-285750" algn="l" defTabSz="914400" rtl="0" eaLnBrk="1" fontAlgn="base" latinLnBrk="0" hangingPunct="1">
              <a:lnSpc>
                <a:spcPct val="100000"/>
              </a:lnSpc>
              <a:spcBef>
                <a:spcPts val="0"/>
              </a:spcBef>
              <a:spcAft>
                <a:spcPts val="300"/>
              </a:spcAft>
              <a:buClrTx/>
              <a:buSzTx/>
              <a:buFont typeface="Arial" panose="020B0604020202020204" pitchFamily="34" charset="0"/>
              <a:buChar char="•"/>
              <a:tabLst/>
            </a:pPr>
            <a:endParaRPr lang="en-US" sz="900" b="1" kern="0" dirty="0">
              <a:solidFill>
                <a:sysClr val="windowText" lastClr="000000"/>
              </a:solidFill>
              <a:latin typeface="Calibri" panose="020F0502020204030204" pitchFamily="34" charset="0"/>
              <a:cs typeface="Calibri" panose="020F0502020204030204" pitchFamily="34" charset="0"/>
            </a:endParaRPr>
          </a:p>
          <a:p>
            <a:pPr marR="0" algn="l" defTabSz="914400" rtl="0" eaLnBrk="1" fontAlgn="base" latinLnBrk="0" hangingPunct="1">
              <a:lnSpc>
                <a:spcPct val="100000"/>
              </a:lnSpc>
              <a:spcBef>
                <a:spcPts val="0"/>
              </a:spcBef>
              <a:spcAft>
                <a:spcPts val="300"/>
              </a:spcAft>
              <a:buClrTx/>
              <a:buSzTx/>
              <a:tabLst/>
            </a:pPr>
            <a:endParaRPr kumimoji="0" lang="en-US" sz="900" b="1" i="0" u="none" strike="noStrike" kern="0" cap="none" spc="0" normalizeH="0" baseline="0" noProof="0" dirty="0" err="1">
              <a:ln>
                <a:noFill/>
              </a:ln>
              <a:solidFill>
                <a:sysClr val="windowText" lastClr="000000"/>
              </a:solidFill>
              <a:effectLst/>
              <a:uLnTx/>
              <a:uFillTx/>
              <a:latin typeface="Calibri" panose="020F0502020204030204" pitchFamily="34" charset="0"/>
              <a:cs typeface="Calibri" panose="020F0502020204030204" pitchFamily="34" charset="0"/>
            </a:endParaRPr>
          </a:p>
        </p:txBody>
      </p:sp>
      <p:graphicFrame>
        <p:nvGraphicFramePr>
          <p:cNvPr id="5" name="Table 4"/>
          <p:cNvGraphicFramePr>
            <a:graphicFrameLocks noGrp="1"/>
          </p:cNvGraphicFramePr>
          <p:nvPr>
            <p:extLst/>
          </p:nvPr>
        </p:nvGraphicFramePr>
        <p:xfrm>
          <a:off x="645622" y="3143905"/>
          <a:ext cx="4270443" cy="1489921"/>
        </p:xfrm>
        <a:graphic>
          <a:graphicData uri="http://schemas.openxmlformats.org/drawingml/2006/table">
            <a:tbl>
              <a:tblPr firstRow="1" bandRow="1">
                <a:tableStyleId>{5C22544A-7EE6-4342-B048-85BDC9FD1C3A}</a:tableStyleId>
              </a:tblPr>
              <a:tblGrid>
                <a:gridCol w="2276273">
                  <a:extLst>
                    <a:ext uri="{9D8B030D-6E8A-4147-A177-3AD203B41FA5}">
                      <a16:colId xmlns:a16="http://schemas.microsoft.com/office/drawing/2014/main" val="20000"/>
                    </a:ext>
                  </a:extLst>
                </a:gridCol>
                <a:gridCol w="1994170">
                  <a:extLst>
                    <a:ext uri="{9D8B030D-6E8A-4147-A177-3AD203B41FA5}">
                      <a16:colId xmlns:a16="http://schemas.microsoft.com/office/drawing/2014/main" val="20001"/>
                    </a:ext>
                  </a:extLst>
                </a:gridCol>
              </a:tblGrid>
              <a:tr h="0">
                <a:tc>
                  <a:txBody>
                    <a:bodyPr/>
                    <a:lstStyle/>
                    <a:p>
                      <a:pPr marL="0" algn="ctr">
                        <a:spcBef>
                          <a:spcPts val="0"/>
                        </a:spcBef>
                        <a:spcAft>
                          <a:spcPts val="0"/>
                        </a:spcAft>
                      </a:pPr>
                      <a:r>
                        <a:rPr lang="en-US" sz="1000" b="1" dirty="0">
                          <a:solidFill>
                            <a:schemeClr val="bg1"/>
                          </a:solidFill>
                          <a:latin typeface="Calibri" panose="020F0502020204030204" pitchFamily="34" charset="0"/>
                          <a:cs typeface="Calibri" panose="020F0502020204030204" pitchFamily="34" charset="0"/>
                        </a:rPr>
                        <a:t>Table Names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344"/>
                    </a:solidFill>
                  </a:tcPr>
                </a:tc>
                <a:tc>
                  <a:txBody>
                    <a:bodyPr/>
                    <a:lstStyle/>
                    <a:p>
                      <a:pPr marL="0" algn="ctr">
                        <a:spcBef>
                          <a:spcPts val="0"/>
                        </a:spcBef>
                        <a:spcAft>
                          <a:spcPts val="0"/>
                        </a:spcAft>
                      </a:pPr>
                      <a:r>
                        <a:rPr lang="en-US" sz="1000" b="1" dirty="0">
                          <a:latin typeface="Calibri" panose="020F0502020204030204" pitchFamily="34" charset="0"/>
                          <a:cs typeface="Calibri" panose="020F0502020204030204" pitchFamily="34" charset="0"/>
                        </a:rPr>
                        <a:t>Tuned Query Time(% improved)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003344"/>
                    </a:solidFill>
                  </a:tcPr>
                </a:tc>
                <a:extLst>
                  <a:ext uri="{0D108BD9-81ED-4DB2-BD59-A6C34878D82A}">
                    <a16:rowId xmlns:a16="http://schemas.microsoft.com/office/drawing/2014/main" val="10000"/>
                  </a:ext>
                </a:extLst>
              </a:tr>
              <a:tr h="182153">
                <a:tc>
                  <a:txBody>
                    <a:bodyPr/>
                    <a:lstStyle/>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r>
                        <a:rPr lang="en-US" sz="800" b="1" dirty="0">
                          <a:latin typeface="Calibri" panose="020F0502020204030204" pitchFamily="34" charset="0"/>
                          <a:cs typeface="Calibri" panose="020F0502020204030204" pitchFamily="34" charset="0"/>
                        </a:rPr>
                        <a:t>Party_cross_ref</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DDDDDD"/>
                    </a:solidFill>
                  </a:tcPr>
                </a:tc>
                <a:tc>
                  <a:txBody>
                    <a:bodyPr/>
                    <a:lstStyle/>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r>
                        <a:rPr lang="en-US" sz="800" b="1" dirty="0">
                          <a:latin typeface="Calibri" panose="020F0502020204030204" pitchFamily="34" charset="0"/>
                          <a:cs typeface="Calibri" panose="020F0502020204030204" pitchFamily="34" charset="0"/>
                        </a:rPr>
                        <a:t>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solidFill>
                      <a:srgbClr val="DDDDDD"/>
                    </a:solidFill>
                  </a:tcPr>
                </a:tc>
                <a:extLst>
                  <a:ext uri="{0D108BD9-81ED-4DB2-BD59-A6C34878D82A}">
                    <a16:rowId xmlns:a16="http://schemas.microsoft.com/office/drawing/2014/main" val="10001"/>
                  </a:ext>
                </a:extLst>
              </a:tr>
              <a:tr h="123419">
                <a:tc>
                  <a:txBody>
                    <a:bodyPr/>
                    <a:lstStyle/>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r>
                        <a:rPr lang="en-US" sz="800" b="1" dirty="0" err="1">
                          <a:latin typeface="Calibri" panose="020F0502020204030204" pitchFamily="34" charset="0"/>
                          <a:cs typeface="Calibri" panose="020F0502020204030204" pitchFamily="34" charset="0"/>
                        </a:rPr>
                        <a:t>Party_address_list_Update</a:t>
                      </a:r>
                      <a:endParaRPr lang="en-US" sz="800" b="1"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DDDDDD"/>
                    </a:solidFill>
                  </a:tcPr>
                </a:tc>
                <a:tc>
                  <a:txBody>
                    <a:bodyPr/>
                    <a:lstStyle/>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r>
                        <a:rPr lang="en-US" sz="800" b="1" dirty="0">
                          <a:latin typeface="Calibri" panose="020F0502020204030204" pitchFamily="34" charset="0"/>
                          <a:cs typeface="Calibri" panose="020F0502020204030204" pitchFamily="34" charset="0"/>
                        </a:rPr>
                        <a:t>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DDDDDD"/>
                    </a:solidFill>
                  </a:tcPr>
                </a:tc>
                <a:extLst>
                  <a:ext uri="{0D108BD9-81ED-4DB2-BD59-A6C34878D82A}">
                    <a16:rowId xmlns:a16="http://schemas.microsoft.com/office/drawing/2014/main" val="10002"/>
                  </a:ext>
                </a:extLst>
              </a:tr>
              <a:tr h="178987">
                <a:tc>
                  <a:txBody>
                    <a:bodyPr/>
                    <a:lstStyle/>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r>
                        <a:rPr lang="en-US" sz="800" b="1" dirty="0">
                          <a:latin typeface="Calibri" panose="020F0502020204030204" pitchFamily="34" charset="0"/>
                          <a:cs typeface="Calibri" panose="020F0502020204030204" pitchFamily="34" charset="0"/>
                        </a:rPr>
                        <a:t>Party_criminal_contract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DDDDDD"/>
                    </a:solidFill>
                  </a:tcPr>
                </a:tc>
                <a:tc>
                  <a:txBody>
                    <a:bodyPr/>
                    <a:lstStyle/>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r>
                        <a:rPr lang="en-US" sz="800" b="1" dirty="0">
                          <a:latin typeface="Calibri" panose="020F0502020204030204" pitchFamily="34" charset="0"/>
                          <a:cs typeface="Calibri" panose="020F0502020204030204" pitchFamily="34" charset="0"/>
                        </a:rPr>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DDDDDD"/>
                    </a:solidFill>
                  </a:tcPr>
                </a:tc>
                <a:extLst>
                  <a:ext uri="{0D108BD9-81ED-4DB2-BD59-A6C34878D82A}">
                    <a16:rowId xmlns:a16="http://schemas.microsoft.com/office/drawing/2014/main" val="10003"/>
                  </a:ext>
                </a:extLst>
              </a:tr>
              <a:tr h="178987">
                <a:tc>
                  <a:txBody>
                    <a:bodyPr/>
                    <a:lstStyle/>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r>
                        <a:rPr lang="en-US" sz="800" b="1" dirty="0" err="1">
                          <a:latin typeface="Calibri" panose="020F0502020204030204" pitchFamily="34" charset="0"/>
                          <a:cs typeface="Calibri" panose="020F0502020204030204" pitchFamily="34" charset="0"/>
                        </a:rPr>
                        <a:t>Party_contract_list</a:t>
                      </a:r>
                      <a:endParaRPr lang="en-US" sz="800" b="1"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DDDDDD"/>
                    </a:solidFill>
                  </a:tcPr>
                </a:tc>
                <a:tc>
                  <a:txBody>
                    <a:bodyPr/>
                    <a:lstStyle/>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r>
                        <a:rPr lang="en-US" sz="800" b="1" dirty="0">
                          <a:latin typeface="Calibri" panose="020F0502020204030204" pitchFamily="34" charset="0"/>
                          <a:cs typeface="Calibri" panose="020F0502020204030204" pitchFamily="34" charset="0"/>
                        </a:rPr>
                        <a:t>27%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DDDDDD"/>
                    </a:solidFill>
                  </a:tcPr>
                </a:tc>
                <a:extLst>
                  <a:ext uri="{0D108BD9-81ED-4DB2-BD59-A6C34878D82A}">
                    <a16:rowId xmlns:a16="http://schemas.microsoft.com/office/drawing/2014/main" val="10004"/>
                  </a:ext>
                </a:extLst>
              </a:tr>
              <a:tr h="178987">
                <a:tc>
                  <a:txBody>
                    <a:bodyPr/>
                    <a:lstStyle/>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r>
                        <a:rPr lang="en-US" sz="800" b="1" dirty="0" err="1">
                          <a:latin typeface="Calibri" panose="020F0502020204030204" pitchFamily="34" charset="0"/>
                          <a:cs typeface="Calibri" panose="020F0502020204030204" pitchFamily="34" charset="0"/>
                        </a:rPr>
                        <a:t>Party_elec_address_list_Update</a:t>
                      </a:r>
                      <a:endParaRPr lang="en-US" sz="800" b="1"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DDDDDD"/>
                    </a:solidFill>
                  </a:tcPr>
                </a:tc>
                <a:tc>
                  <a:txBody>
                    <a:bodyPr/>
                    <a:lstStyle/>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r>
                        <a:rPr lang="en-US" sz="800" b="1" dirty="0">
                          <a:latin typeface="Calibri" panose="020F0502020204030204" pitchFamily="34" charset="0"/>
                          <a:cs typeface="Calibri" panose="020F0502020204030204" pitchFamily="34" charset="0"/>
                        </a:rPr>
                        <a:t>52%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DDDDDD"/>
                    </a:solidFill>
                  </a:tcPr>
                </a:tc>
                <a:extLst>
                  <a:ext uri="{0D108BD9-81ED-4DB2-BD59-A6C34878D82A}">
                    <a16:rowId xmlns:a16="http://schemas.microsoft.com/office/drawing/2014/main" val="10005"/>
                  </a:ext>
                </a:extLst>
              </a:tr>
              <a:tr h="178987">
                <a:tc>
                  <a:txBody>
                    <a:bodyPr/>
                    <a:lstStyle/>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r>
                        <a:rPr lang="en-US" sz="800" b="1" dirty="0" err="1">
                          <a:latin typeface="Calibri" panose="020F0502020204030204" pitchFamily="34" charset="0"/>
                          <a:cs typeface="Calibri" panose="020F0502020204030204" pitchFamily="34" charset="0"/>
                        </a:rPr>
                        <a:t>Party_person</a:t>
                      </a:r>
                      <a:endParaRPr lang="en-US" sz="800" b="1"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DDDDDD"/>
                    </a:solidFill>
                  </a:tcPr>
                </a:tc>
                <a:tc>
                  <a:txBody>
                    <a:bodyPr/>
                    <a:lstStyle/>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r>
                        <a:rPr lang="en-US" sz="800" b="1" dirty="0">
                          <a:latin typeface="Calibri" panose="020F0502020204030204" pitchFamily="34" charset="0"/>
                          <a:cs typeface="Calibri" panose="020F0502020204030204" pitchFamily="34" charset="0"/>
                        </a:rPr>
                        <a:t>29%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solidFill>
                      <a:srgbClr val="DDDDDD"/>
                    </a:solidFill>
                  </a:tcPr>
                </a:tc>
                <a:extLst>
                  <a:ext uri="{0D108BD9-81ED-4DB2-BD59-A6C34878D82A}">
                    <a16:rowId xmlns:a16="http://schemas.microsoft.com/office/drawing/2014/main" val="10006"/>
                  </a:ext>
                </a:extLst>
              </a:tr>
              <a:tr h="0">
                <a:tc>
                  <a:txBody>
                    <a:bodyPr/>
                    <a:lstStyle/>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r>
                        <a:rPr lang="en-US" sz="800" b="1" dirty="0" err="1">
                          <a:latin typeface="Calibri" panose="020F0502020204030204" pitchFamily="34" charset="0"/>
                          <a:cs typeface="Calibri" panose="020F0502020204030204" pitchFamily="34" charset="0"/>
                        </a:rPr>
                        <a:t>Party_phone_list</a:t>
                      </a:r>
                      <a:endParaRPr lang="en-US" sz="800" b="1" dirty="0">
                        <a:latin typeface="Calibri" panose="020F0502020204030204" pitchFamily="34" charset="0"/>
                        <a:cs typeface="Calibri" panose="020F050202020403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DDDDD"/>
                    </a:solidFill>
                  </a:tcPr>
                </a:tc>
                <a:tc>
                  <a:txBody>
                    <a:bodyPr/>
                    <a:lstStyle/>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endParaRPr lang="en-US" sz="800" b="1" dirty="0">
                        <a:latin typeface="Calibri" panose="020F0502020204030204" pitchFamily="34" charset="0"/>
                        <a:cs typeface="Calibri" panose="020F0502020204030204" pitchFamily="34" charset="0"/>
                      </a:endParaRPr>
                    </a:p>
                    <a:p>
                      <a:pPr marL="0" algn="ctr">
                        <a:lnSpc>
                          <a:spcPts val="100"/>
                        </a:lnSpc>
                        <a:spcBef>
                          <a:spcPts val="0"/>
                        </a:spcBef>
                        <a:spcAft>
                          <a:spcPts val="0"/>
                        </a:spcAft>
                      </a:pPr>
                      <a:r>
                        <a:rPr lang="en-US" sz="800" b="1" dirty="0">
                          <a:latin typeface="Calibri" panose="020F0502020204030204" pitchFamily="34" charset="0"/>
                          <a:cs typeface="Calibri" panose="020F0502020204030204" pitchFamily="34" charset="0"/>
                        </a:rPr>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solidFill>
                      <a:srgbClr val="DDDDDD"/>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7916694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5"/>
  <p:tag name="ACCENTFARBEEXIST" val="0"/>
  <p:tag name="VERSION" val="V8.0"/>
  <p:tag name="VORLAGE" val="QPT_Molecules"/>
  <p:tag name="GROESSE" val="Standard"/>
  <p:tag name="ISPRING_RESOURCE_PATHS_HASH_PRESENTER" val="792db755add33e687e3a633e0b21851bad24ed2"/>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Acc_Digital_template 16-9_v.1">
  <a:themeElements>
    <a:clrScheme name="Accenture Strategy">
      <a:dk1>
        <a:sysClr val="windowText" lastClr="000000"/>
      </a:dk1>
      <a:lt1>
        <a:sysClr val="window" lastClr="FFFFFF"/>
      </a:lt1>
      <a:dk2>
        <a:srgbClr val="666666"/>
      </a:dk2>
      <a:lt2>
        <a:srgbClr val="778888"/>
      </a:lt2>
      <a:accent1>
        <a:srgbClr val="FF0000"/>
      </a:accent1>
      <a:accent2>
        <a:srgbClr val="359B4C"/>
      </a:accent2>
      <a:accent3>
        <a:srgbClr val="FF9900"/>
      </a:accent3>
      <a:accent4>
        <a:srgbClr val="00BBEE"/>
      </a:accent4>
      <a:accent5>
        <a:srgbClr val="993399"/>
      </a:accent5>
      <a:accent6>
        <a:srgbClr val="002266"/>
      </a:accent6>
      <a:hlink>
        <a:srgbClr val="2F539C"/>
      </a:hlink>
      <a:folHlink>
        <a:srgbClr val="992222"/>
      </a:folHlink>
    </a:clrScheme>
    <a:fontScheme name="Benutzerdefiniert 1">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rgbClr val="778888">
            <a:lumMod val="20000"/>
            <a:lumOff val="80000"/>
          </a:srgbClr>
        </a:solidFill>
        <a:ln w="6350">
          <a:solidFill>
            <a:srgbClr val="778888">
              <a:lumMod val="20000"/>
              <a:lumOff val="80000"/>
            </a:srgbClr>
          </a:solidFill>
          <a:miter lim="800000"/>
          <a:headEnd/>
          <a:tailEnd/>
        </a:ln>
        <a:effectLst/>
      </a:spPr>
      <a:bodyPr vert="horz" wrap="square" lIns="72000" tIns="72000" rIns="72000" bIns="72000" numCol="1" rtlCol="0" anchor="t" anchorCtr="0" compatLnSpc="1">
        <a:prstTxWarp prst="textNoShape">
          <a:avLst/>
        </a:prstTxWarp>
        <a:noAutofit/>
      </a:bodyPr>
      <a:lstStyle>
        <a:defPPr marL="0" marR="0" indent="0" algn="l" defTabSz="914400" rtl="0" eaLnBrk="1" fontAlgn="base" latinLnBrk="0" hangingPunct="1">
          <a:lnSpc>
            <a:spcPct val="100000"/>
          </a:lnSpc>
          <a:spcBef>
            <a:spcPts val="0"/>
          </a:spcBef>
          <a:spcAft>
            <a:spcPts val="300"/>
          </a:spcAft>
          <a:buClrTx/>
          <a:buSzTx/>
          <a:buFontTx/>
          <a:buNone/>
          <a:tabLst/>
          <a:defRPr kumimoji="0" sz="1600" b="0" i="0" u="none" strike="noStrike" kern="0" cap="none" spc="0" normalizeH="0" baseline="0" noProof="0" dirty="0" err="1" smtClean="0">
            <a:ln>
              <a:noFill/>
            </a:ln>
            <a:solidFill>
              <a:sysClr val="windowText" lastClr="000000"/>
            </a:solidFill>
            <a:effectLst/>
            <a:uLnTx/>
            <a:uFillTx/>
            <a:latin typeface="Arial" pitchFamily="34" charset="0"/>
            <a:cs typeface="Arial" pitchFamily="34" charset="0"/>
          </a:defRPr>
        </a:defPPr>
      </a:lstStyle>
    </a:spDef>
    <a:lnDef>
      <a:spPr>
        <a:ln w="1270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36000" tIns="36000" rIns="36000" bIns="36000" rtlCol="0">
        <a:spAutoFit/>
      </a:bodyPr>
      <a:lstStyle>
        <a:defPPr algn="l">
          <a:defRPr sz="1200" dirty="0" err="1" smtClean="0"/>
        </a:defPPr>
      </a:lstStyle>
    </a:txDef>
  </a:objectDefaults>
  <a:extraClrSchemeLst/>
  <a:extLst>
    <a:ext uri="{05A4C25C-085E-4340-85A3-A5531E510DB2}">
      <thm15:themeFamily xmlns:thm15="http://schemas.microsoft.com/office/thememl/2012/main" name="Presentation12" id="{FA6E95A6-A4D7-435A-B11F-0B0A60EA8AD4}" vid="{7D2FE506-E6C1-42E4-942F-8280D7389913}"/>
    </a:ext>
  </a:extLst>
</a:theme>
</file>

<file path=ppt/theme/theme2.xml><?xml version="1.0" encoding="utf-8"?>
<a:theme xmlns:a="http://schemas.openxmlformats.org/drawingml/2006/main" name="5_803321_Data Insights_PPT_v01">
  <a:themeElements>
    <a:clrScheme name="Custom 42">
      <a:dk1>
        <a:srgbClr val="000000"/>
      </a:dk1>
      <a:lt1>
        <a:srgbClr val="FFFFFF"/>
      </a:lt1>
      <a:dk2>
        <a:srgbClr val="666666"/>
      </a:dk2>
      <a:lt2>
        <a:srgbClr val="778888"/>
      </a:lt2>
      <a:accent1>
        <a:srgbClr val="FF9900"/>
      </a:accent1>
      <a:accent2>
        <a:srgbClr val="551155"/>
      </a:accent2>
      <a:accent3>
        <a:srgbClr val="CBCCCC"/>
      </a:accent3>
      <a:accent4>
        <a:srgbClr val="002266"/>
      </a:accent4>
      <a:accent5>
        <a:srgbClr val="009299"/>
      </a:accent5>
      <a:accent6>
        <a:srgbClr val="887799"/>
      </a:accent6>
      <a:hlink>
        <a:srgbClr val="666666"/>
      </a:hlink>
      <a:folHlink>
        <a:srgbClr val="778888"/>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lnDef>
      <a:spPr>
        <a:ln w="38100">
          <a:solidFill>
            <a:srgbClr val="00AA99"/>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dirty="0"/>
        </a:defPPr>
      </a:lstStyle>
    </a:txDef>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documentManagement>
    <SharedWithUsers xmlns="bf5c4a94-6038-4122-92fe-7b23a3766ddf">
      <UserInfo>
        <DisplayName>Williams, Richard J.</DisplayName>
        <AccountId>3</AccountId>
        <AccountType/>
      </UserInfo>
      <UserInfo>
        <DisplayName>Meyer, Stephen</DisplayName>
        <AccountId>24</AccountId>
        <AccountType/>
      </UserInfo>
      <UserInfo>
        <DisplayName>Gerson, Dave</DisplayName>
        <AccountId>35</AccountId>
        <AccountType/>
      </UserInfo>
      <UserInfo>
        <DisplayName>Meyer, Mishell L.</DisplayName>
        <AccountId>33</AccountId>
        <AccountType/>
      </UserInfo>
      <UserInfo>
        <DisplayName>Ray, Atish</DisplayName>
        <AccountId>18</AccountId>
        <AccountType/>
      </UserInfo>
      <UserInfo>
        <DisplayName>Pathak, Apoorva</DisplayName>
        <AccountId>27</AccountId>
        <AccountType/>
      </UserInfo>
      <UserInfo>
        <DisplayName>Reed, Barric</DisplayName>
        <AccountId>34</AccountId>
        <AccountType/>
      </UserInfo>
      <UserInfo>
        <DisplayName>Bunce, Greg</DisplayName>
        <AccountId>29</AccountId>
        <AccountType/>
      </UserInfo>
      <UserInfo>
        <DisplayName>Patel, Binta D.</DisplayName>
        <AccountId>32</AccountId>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E049E0AD240874BBCE6189B5843FFE8" ma:contentTypeVersion="3" ma:contentTypeDescription="Create a new document." ma:contentTypeScope="" ma:versionID="3f90a36c8fd5c94c801e4fb467448e29">
  <xsd:schema xmlns:xsd="http://www.w3.org/2001/XMLSchema" xmlns:xs="http://www.w3.org/2001/XMLSchema" xmlns:p="http://schemas.microsoft.com/office/2006/metadata/properties" xmlns:ns3="bf5c4a94-6038-4122-92fe-7b23a3766ddf" targetNamespace="http://schemas.microsoft.com/office/2006/metadata/properties" ma:root="true" ma:fieldsID="9dff27d2ce66c9fac4752042bcc9ce1d" ns3:_="">
    <xsd:import namespace="bf5c4a94-6038-4122-92fe-7b23a3766ddf"/>
    <xsd:element name="properties">
      <xsd:complexType>
        <xsd:sequence>
          <xsd:element name="documentManagement">
            <xsd:complexType>
              <xsd:all>
                <xsd:element ref="ns3:SharedWithUsers" minOccurs="0"/>
                <xsd:element ref="ns3:SharedWithDetails" minOccurs="0"/>
                <xsd:element ref="ns3:SharingHintHash"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f5c4a94-6038-4122-92fe-7b23a3766ddf"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6263F07-070F-4AFC-BA56-3A975C43E3EF}">
  <ds:schemaRefs>
    <ds:schemaRef ds:uri="http://schemas.microsoft.com/office/2006/metadata/properties"/>
    <ds:schemaRef ds:uri="http://purl.org/dc/elements/1.1/"/>
    <ds:schemaRef ds:uri="http://schemas.microsoft.com/office/2006/documentManagement/types"/>
    <ds:schemaRef ds:uri="http://schemas.microsoft.com/office/infopath/2007/PartnerControls"/>
    <ds:schemaRef ds:uri="bf5c4a94-6038-4122-92fe-7b23a3766ddf"/>
    <ds:schemaRef ds:uri="http://purl.org/dc/terms/"/>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2A0B0A15-D2C4-411A-B12C-1F273CE2C6B6}">
  <ds:schemaRefs>
    <ds:schemaRef ds:uri="http://schemas.microsoft.com/sharepoint/v3/contenttype/forms"/>
  </ds:schemaRefs>
</ds:datastoreItem>
</file>

<file path=customXml/itemProps3.xml><?xml version="1.0" encoding="utf-8"?>
<ds:datastoreItem xmlns:ds="http://schemas.openxmlformats.org/officeDocument/2006/customXml" ds:itemID="{DB63BD2E-DB4D-43C5-9564-A72FB31D566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f5c4a94-6038-4122-92fe-7b23a3766dd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Accenture_Digital_16-9</Template>
  <TotalTime>41761</TotalTime>
  <Words>827</Words>
  <Application>Microsoft Office PowerPoint</Application>
  <PresentationFormat>On-screen Show (16:9)</PresentationFormat>
  <Paragraphs>213</Paragraphs>
  <Slides>9</Slides>
  <Notes>3</Notes>
  <HiddenSlides>0</HiddenSlides>
  <MMClips>0</MMClips>
  <ScaleCrop>false</ScaleCrop>
  <HeadingPairs>
    <vt:vector size="8" baseType="variant">
      <vt:variant>
        <vt:lpstr>Fonts Used</vt:lpstr>
      </vt:variant>
      <vt:variant>
        <vt:i4>5</vt:i4>
      </vt:variant>
      <vt:variant>
        <vt:lpstr>Theme</vt:lpstr>
      </vt:variant>
      <vt:variant>
        <vt:i4>2</vt:i4>
      </vt:variant>
      <vt:variant>
        <vt:lpstr>Embedded OLE Servers</vt:lpstr>
      </vt:variant>
      <vt:variant>
        <vt:i4>2</vt:i4>
      </vt:variant>
      <vt:variant>
        <vt:lpstr>Slide Titles</vt:lpstr>
      </vt:variant>
      <vt:variant>
        <vt:i4>9</vt:i4>
      </vt:variant>
    </vt:vector>
  </HeadingPairs>
  <TitlesOfParts>
    <vt:vector size="18" baseType="lpstr">
      <vt:lpstr>ＭＳ Ｐゴシック</vt:lpstr>
      <vt:lpstr>Agfa Rotis Sans Serif</vt:lpstr>
      <vt:lpstr>Arial</vt:lpstr>
      <vt:lpstr>Calibri</vt:lpstr>
      <vt:lpstr>Courier New</vt:lpstr>
      <vt:lpstr>Acc_Digital_template 16-9_v.1</vt:lpstr>
      <vt:lpstr>5_803321_Data Insights_PPT_v01</vt:lpstr>
      <vt:lpstr>think-cell Slide</vt:lpstr>
      <vt:lpstr>Worksheet</vt:lpstr>
      <vt:lpstr>Hive Query Tuning         </vt:lpstr>
      <vt:lpstr>Table of Contents</vt:lpstr>
      <vt:lpstr>Background/Initial Findings: </vt:lpstr>
      <vt:lpstr>Recommendations:</vt:lpstr>
      <vt:lpstr>Query Performance - Stats</vt:lpstr>
      <vt:lpstr>Best Practices:</vt:lpstr>
      <vt:lpstr>Telematics:</vt:lpstr>
      <vt:lpstr>Future State:</vt:lpstr>
      <vt:lpstr>Hive Query Tuning</vt:lpstr>
    </vt:vector>
  </TitlesOfParts>
  <Company>Accenture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Big Data Academy @ Sprint</dc:title>
  <dc:creator>Richard Williams</dc:creator>
  <dc:description>Accenture</dc:description>
  <cp:lastModifiedBy>Dwivedi, Vineeta</cp:lastModifiedBy>
  <cp:revision>977</cp:revision>
  <dcterms:created xsi:type="dcterms:W3CDTF">2016-08-08T21:37:32Z</dcterms:created>
  <dcterms:modified xsi:type="dcterms:W3CDTF">2017-07-06T05:56:00Z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0x0101006E049E0AD240874BBCE6189B5843FFE8</vt:lpwstr>
  </property>
</Properties>
</file>